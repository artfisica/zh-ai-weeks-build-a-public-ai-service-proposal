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ff78a305ab4104" /><Relationship Type="http://schemas.openxmlformats.org/officeDocument/2006/relationships/extended-properties" Target="/docProps/app.xml" Id="Rb474a3484d574c8b" /><Relationship Type="http://schemas.openxmlformats.org/officeDocument/2006/relationships/officeDocument" Target="/ppt/presentation.xml" Id="R7a54799947d947dc" /></Relationships>
</file>

<file path=ppt/presentation.xml><?xml version="1.0" encoding="utf-8"?>
<p:presentation xmlns:p="http://schemas.openxmlformats.org/presentationml/2006/main">
  <p:sldMasterIdLst>
    <p:sldMasterId xmlns:r="http://schemas.openxmlformats.org/officeDocument/2006/relationships" id="2147483648" r:id="R389ebed9c7cd4881"/>
  </p:sldMasterIdLst>
  <p:notesMasterIdLst>
    <p:notesMasterId xmlns:r="http://schemas.openxmlformats.org/officeDocument/2006/relationships" r:id="R0cb9334de4f34998"/>
  </p:notesMasterIdLst>
  <p:sldIdLst>
    <p:sldId xmlns:r="http://schemas.openxmlformats.org/officeDocument/2006/relationships" id="256" r:id="Rd8520a1f363c46eb"/>
    <p:sldId xmlns:r="http://schemas.openxmlformats.org/officeDocument/2006/relationships" id="257" r:id="Rd888abdc47654086"/>
    <p:sldId xmlns:r="http://schemas.openxmlformats.org/officeDocument/2006/relationships" id="258" r:id="R2719bd788b1c48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035dfb3c104608" /><Relationship Type="http://schemas.openxmlformats.org/officeDocument/2006/relationships/slideMaster" Target="/ppt/slideMasters/slideMaster1.xml" Id="R389ebed9c7cd4881" /><Relationship Type="http://schemas.openxmlformats.org/officeDocument/2006/relationships/notesMaster" Target="/ppt/notesMasters/notesMaster1.xml" Id="R0cb9334de4f34998" /><Relationship Type="http://schemas.openxmlformats.org/officeDocument/2006/relationships/presProps" Target="/ppt/presProps.xml" Id="R071fc4a87b024444" /><Relationship Type="http://schemas.openxmlformats.org/officeDocument/2006/relationships/tableStyles" Target="/ppt/tableStyles.xml" Id="R9a4d2b7c9dd74548" /><Relationship Type="http://schemas.openxmlformats.org/officeDocument/2006/relationships/slide" Target="/ppt/slides/slide1.xml" Id="Rd8520a1f363c46eb" /><Relationship Type="http://schemas.openxmlformats.org/officeDocument/2006/relationships/slide" Target="/ppt/slides/slide2.xml" Id="Rd888abdc47654086" /><Relationship Type="http://schemas.openxmlformats.org/officeDocument/2006/relationships/slide" Target="/ppt/slides/slide3.xml" Id="R2719bd788b1c48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7c7a5ca84740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b8b372a7324df4" /><Relationship Type="http://schemas.openxmlformats.org/officeDocument/2006/relationships/notesMaster" Target="/ppt/notesMasters/notesMaster1.xml" Id="R1e9e61dc51ab40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b53be462c04121" /><Relationship Type="http://schemas.openxmlformats.org/officeDocument/2006/relationships/notesMaster" Target="/ppt/notesMasters/notesMaster1.xml" Id="Radb03da704e84e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d30634a8c3400b" /><Relationship Type="http://schemas.openxmlformats.org/officeDocument/2006/relationships/notesMaster" Target="/ppt/notesMasters/notesMaster1.xml" Id="R87545193be254d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 Arturo. I'm Venezuelan, a physicist and a systems engineer. I was part of ATLAS at CERN during the Higgs boson discovery, and I co-led ATLAS Open Data, helping make collision datasets openly reusable under CC0.</a:t>
            </a:r>
          </a:p>
          <a:p xmlns:a="http://schemas.openxmlformats.org/drawingml/2006/main">
            <a:r>
              <a:t/>
            </a:r>
          </a:p>
          <a:p xmlns:a="http://schemas.openxmlformats.org/drawingml/2006/main">
            <a:r>
              <a:t>I've taught computing and open science in more than ten countries. I became a university lecturer at twenty-one. Making knowledge accessible has been a constant in my work.</a:t>
            </a:r>
          </a:p>
          <a:p xmlns:a="http://schemas.openxmlformats.org/drawingml/2006/main">
            <a:r>
              <a:t/>
            </a:r>
          </a:p>
          <a:p xmlns:a="http://schemas.openxmlformats.org/drawingml/2006/main">
            <a:r>
              <a:t>Today I work in DevOps and corporate IT at INAIT. I have a job I love. This project comes from another part of my life: being a migrant and a father, learning how to navigate Switzerland while building a meaningful life here.</a:t>
            </a:r>
          </a:p>
          <a:p xmlns:a="http://schemas.openxmlformats.org/drawingml/2006/main">
            <a:r>
              <a:t/>
            </a:r>
          </a:p>
          <a:p xmlns:a="http://schemas.openxmlformats.org/drawingml/2006/main">
            <a:r>
              <a:t>I want to work with you to build tools that help people find their way. And I want to find a sustainable way to give that work the time it deserves.</a:t>
            </a:r>
          </a:p>
          <a:p xmlns:a="http://schemas.openxmlformats.org/drawingml/2006/main">
            <a:r>
              <a:t/>
            </a:r>
          </a:p>
          <a:p xmlns:a="http://schemas.openxmlformats.org/drawingml/2006/main">
            <a:r>
              <a:t>Optional detail: I have lived and worked in Venezuela, Italy, France and Switzerland. The Higgs discovery by ATLAS and CMS confirmed the mechanism recognised by the 2013 Nobel Prize to François Englert and Peter Higgs.</a:t>
            </a:r>
          </a:p>
          <a:p xmlns:a="http://schemas.openxmlformats.org/drawingml/2006/main">
            <a:r>
              <a:t/>
            </a:r>
          </a:p>
          <a:p xmlns:a="http://schemas.openxmlformats.org/drawingml/2006/main">
            <a:r>
              <a:t>Sources: Arturo's voice note, 7 October 2026, for his education, teaching, lived experience, current job and ambitions. CERN documents his role as ATLAS Open Data co-leader at https://atlas-public.web.cern.ch/updates/press-statement/13-tev-open-data (10 February 2020). ATLAS describes released datasets under CC0 at https://atlas.cern/Resources/Opendata. Nobel Prize background: https://www.nobelprize.org/prizes/physics/2013/summary/.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ONE-MINUTE IDEA</a:t>
            </a:r>
          </a:p>
          <a:p xmlns:a="http://schemas.openxmlformats.org/drawingml/2006/main">
            <a:r>
              <a:t/>
            </a:r>
          </a:p>
          <a:p xmlns:a="http://schemas.openxmlformats.org/drawingml/2006/main">
            <a:r>
              <a:t>A life change crosses several authorities. You may be moving home, changing your permit, arranging school or renovating a roof. The information exists, but understanding how it fits your own situation can be hard.</a:t>
            </a:r>
          </a:p>
          <a:p xmlns:a="http://schemas.openxmlformats.org/drawingml/2006/main">
            <a:r>
              <a:t/>
            </a:r>
          </a:p>
          <a:p xmlns:a="http://schemas.openxmlformats.org/drawingml/2006/main">
            <a:r>
              <a:t>Here, you describe your situation in your own words. Apertus proposes parallel paths and asks about facts you haven't supplied. Your earlier answers stay visible.</a:t>
            </a:r>
          </a:p>
          <a:p xmlns:a="http://schemas.openxmlformats.org/drawingml/2006/main">
            <a:r>
              <a:t/>
            </a:r>
          </a:p>
          <a:p xmlns:a="http://schemas.openxmlformats.org/drawingml/2006/main">
            <a:r>
              <a:t>The important moment is changing Saint-Cergue to Gland. You see a proposed fork alongside your saved path, inspect what changes and decide whether to keep or adopt it. You can explore another possibility without losing your own situation.</a:t>
            </a:r>
          </a:p>
          <a:p xmlns:a="http://schemas.openxmlformats.org/drawingml/2006/main">
            <a:r>
              <a:t/>
            </a:r>
          </a:p>
          <a:p xmlns:a="http://schemas.openxmlformats.org/drawingml/2006/main">
            <a:r>
              <a:t>Each step shows where to check it, or an explicit source gap. The goal is one shared app with local content a commune can review and maintain.</a:t>
            </a:r>
          </a:p>
          <a:p xmlns:a="http://schemas.openxmlformats.org/drawingml/2006/main">
            <a:r>
              <a:t/>
            </a:r>
          </a:p>
          <a:p xmlns:a="http://schemas.openxmlformats.org/drawingml/2006/main">
            <a:r>
              <a:t>The diagram on this slide illustrates the interaction. It is not a generated civic assessment. Today's prototype uses model-written steps and an approved URL catalogue. No commune has reviewed the steps or source matches.</a:t>
            </a:r>
          </a:p>
          <a:p xmlns:a="http://schemas.openxmlformats.org/drawingml/2006/main">
            <a:r>
              <a:t/>
            </a:r>
          </a:p>
          <a:p xmlns:a="http://schemas.openxmlformats.org/drawingml/2006/main">
            <a:r>
              <a:t>SWITCH TO LIVE DEMO, MAXIMUM TEN MINUTES</a:t>
            </a:r>
          </a:p>
          <a:p xmlns:a="http://schemas.openxmlformats.org/drawingml/2006/main">
            <a:r>
              <a:t>1. Draw the Nyon to Saint-Cergue owner and parent example.</a:t>
            </a:r>
          </a:p>
          <a:p xmlns:a="http://schemas.openxmlformats.org/drawingml/2006/main">
            <a:r>
              <a:t>2. Open one step. Show its source link and draft/review status.</a:t>
            </a:r>
          </a:p>
          <a:p xmlns:a="http://schemas.openxmlformats.org/drawingml/2006/main">
            <a:r>
              <a:t>3. Change Saint-Cergue to Gland, inspect the dashed fork, choose Keep.</a:t>
            </a:r>
          </a:p>
          <a:p xmlns:a="http://schemas.openxmlformats.org/drawingml/2006/main">
            <a:r>
              <a:t>4. Answer one open question if the generated map provides a useful one.</a:t>
            </a:r>
          </a:p>
          <a:p xmlns:a="http://schemas.openxmlformats.org/drawingml/2006/main">
            <a:r>
              <a:t>5. Show Explore and return to the saved situation.</a:t>
            </a:r>
          </a:p>
          <a:p xmlns:a="http://schemas.openxmlformats.org/drawingml/2006/main">
            <a:r>
              <a:t>6. Show a source gap and name the pilot work needed to resolve it.</a:t>
            </a:r>
          </a:p>
          <a:p xmlns:a="http://schemas.openxmlformats.org/drawingml/2006/main">
            <a:r>
              <a:t/>
            </a:r>
          </a:p>
          <a:p xmlns:a="http://schemas.openxmlformats.org/drawingml/2006/main">
            <a:r>
              <a:t>Live demo: https://artfisica.github.io/zh-ai-weeks-build-a-public-ai-service-proposal/</a:t>
            </a:r>
          </a:p>
          <a:p xmlns:a="http://schemas.openxmlformats.org/drawingml/2006/main">
            <a:r>
              <a:t>Recorded fallback: https://youtu.be/FTBebfGJwR4</a:t>
            </a:r>
          </a:p>
          <a:p xmlns:a="http://schemas.openxmlformats.org/drawingml/2006/main">
            <a:r>
              <a:t>Repository: https://github.com/artfisica/zh-ai-weeks-build-a-public-ai-service-proposal</a:t>
            </a:r>
          </a:p>
          <a:p xmlns:a="http://schemas.openxmlformats.org/drawingml/2006/main">
            <a:r>
              <a:t>Sources: project DEMO.md, SPEC.md and PILOT.md, October 2026.</a:t>
            </a:r>
          </a:p>
          <a:p xmlns:a="http://schemas.openxmlformats.org/drawingml/2006/main">
            <a:r>
              <a:t/>
            </a:r>
          </a:p>
          <a:p xmlns:a="http://schemas.openxmlformats.org/drawingml/2006/main">
            <a:r>
              <a:t>The projected one-minute idea remains one slide, as Jürg requested. The live application is the demo, rather than additional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ASK, ABOUT ONE TO TWO MINUTES</a:t>
            </a:r>
          </a:p>
          <a:p xmlns:a="http://schemas.openxmlformats.org/drawingml/2006/main">
            <a:r>
              <a:t/>
            </a:r>
          </a:p>
          <a:p xmlns:a="http://schemas.openxmlformats.org/drawingml/2006/main">
            <a:r>
              <a:t>I'd like Public AI to help turn this into a bounded six-week pilot. One journey, two communes: a family moving between Nyon and Saint-Cergue, with Gland as a comparison.</a:t>
            </a:r>
          </a:p>
          <a:p xmlns:a="http://schemas.openxmlformats.org/drawingml/2006/main">
            <a:r>
              <a:t/>
            </a:r>
          </a:p>
          <a:p xmlns:a="http://schemas.openxmlformats.org/drawingml/2006/main">
            <a:r>
              <a:t>I can lead and maintain the open prototype. I'd value a technical counterpart for dependable inference and hosting, and introductions to a municipal content owner and a Vaud specialist.</a:t>
            </a:r>
          </a:p>
          <a:p xmlns:a="http://schemas.openxmlformats.org/drawingml/2006/main">
            <a:r>
              <a:t/>
            </a:r>
          </a:p>
          <a:p xmlns:a="http://schemas.openxmlformats.org/drawingml/2006/main">
            <a:r>
              <a:t>Together, we would build a reviewed source pack, add explicit conditions for consequential steps, and test whether residents understand the paths and changes. We would also test whether a small commune can maintain its local pack without changing the shared application.</a:t>
            </a:r>
          </a:p>
          <a:p xmlns:a="http://schemas.openxmlformats.org/drawingml/2006/main">
            <a:r>
              <a:t/>
            </a:r>
          </a:p>
          <a:p xmlns:a="http://schemas.openxmlformats.org/drawingml/2006/main">
            <a:r>
              <a:t>At six weeks, we publish what worked and what did not, and decide whether to expand, revise or stop. I want to agree ownership, time and resources so that this can become a sustainable project rather than end with the demo.</a:t>
            </a:r>
          </a:p>
          <a:p xmlns:a="http://schemas.openxmlformats.org/drawingml/2006/main">
            <a:r>
              <a:t/>
            </a:r>
          </a:p>
          <a:p xmlns:a="http://schemas.openxmlformats.org/drawingml/2006/main">
            <a:r>
              <a:t>Concrete question: Could we identify one technical counterpart and one potential content owner, then agree a first scoping meeting?</a:t>
            </a:r>
          </a:p>
          <a:p xmlns:a="http://schemas.openxmlformats.org/drawingml/2006/main">
            <a:r>
              <a:t/>
            </a:r>
          </a:p>
          <a:p xmlns:a="http://schemas.openxmlformats.org/drawingml/2006/main">
            <a:r>
              <a:t>Source: project PILOT.md. This is a proposed collaboration, not an existing agreement or municipal service.</a:t>
            </a:r>
          </a:p>
          <a:p xmlns:a="http://schemas.openxmlformats.org/drawingml/2006/main">
            <a:r>
              <a:t/>
            </a:r>
          </a:p>
          <a:p xmlns:a="http://schemas.openxmlformats.org/drawingml/2006/main">
            <a:r>
              <a:t>SESSION ORDER</a:t>
            </a:r>
          </a:p>
          <a:p xmlns:a="http://schemas.openxmlformats.org/drawingml/2006/main">
            <a:r>
              <a:t>Introduce Arturo: around one minute.</a:t>
            </a:r>
          </a:p>
          <a:p xmlns:a="http://schemas.openxmlformats.org/drawingml/2006/main">
            <a:r>
              <a:t>Idea: one minute, one slide.</a:t>
            </a:r>
          </a:p>
          <a:p xmlns:a="http://schemas.openxmlformats.org/drawingml/2006/main">
            <a:r>
              <a:t>Live demo: maximum ten minutes.</a:t>
            </a:r>
          </a:p>
          <a:p xmlns:a="http://schemas.openxmlformats.org/drawingml/2006/main">
            <a:r>
              <a:t>Public AI ask: one to two minutes.</a:t>
            </a:r>
          </a:p>
          <a:p xmlns:a="http://schemas.openxmlformats.org/drawingml/2006/main">
            <a:r>
              <a:t>Use the rest of the thirty-minute session for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2d0b56e1c642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143a3fa4cf44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028151925844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cc1031d41c45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d14b2e85de46e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2eb0be481f48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A1277F0-978A-4AF5-945A-41C7BB489E9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949AA43-3C56-4EC6-B8AF-B24C2296B6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3B7E6E1-96DF-41E2-9296-CB2AFB4231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30595F17-01A0-47A1-B0EC-B3971B9E9E1E}"/>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7C4950B9-1ED9-40FE-85BB-C4FCC132A8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147A445-4E19-4427-B81C-6CA8EB18308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D374DCF-8709-4FDD-A26A-FEF4D5760E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47723B49-7018-40C2-82EC-7349010791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81EFA0E-8919-44D7-A204-625F6BD0804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E6EA0DF-574E-4F7F-B349-4FF8E07DE3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30B2672-940C-4E36-B5C0-C4E63DD126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A4F3AA7-F411-440C-AF36-BF4BA7894D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74BADA8-3D2D-41CA-8F03-72ED54F9EB9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C7A2260-574F-4FB5-90DD-EBF97363C2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29D86C8-7AF2-4F4E-B3C7-4B74065F55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077dc36a494073" /><Relationship Type="http://schemas.openxmlformats.org/officeDocument/2006/relationships/slideLayout" Target="/ppt/slideLayouts/slideLayout1.xml" Id="Rc5fc67bda1bf4c83" /><Relationship Type="http://schemas.openxmlformats.org/officeDocument/2006/relationships/slideLayout" Target="/ppt/slideLayouts/slideLayout2.xml" Id="R408ef86dd1af40e7" /><Relationship Type="http://schemas.openxmlformats.org/officeDocument/2006/relationships/slideLayout" Target="/ppt/slideLayouts/slideLayout3.xml" Id="R8e7ef8adc8e84b70" /><Relationship Type="http://schemas.openxmlformats.org/officeDocument/2006/relationships/slideLayout" Target="/ppt/slideLayouts/slideLayout4.xml" Id="R382e967524cd4922" /><Relationship Type="http://schemas.openxmlformats.org/officeDocument/2006/relationships/slideLayout" Target="/ppt/slideLayouts/slideLayout5.xml" Id="R9f71bb908db2461b" /><Relationship Type="http://schemas.openxmlformats.org/officeDocument/2006/relationships/slideLayout" Target="/ppt/slideLayouts/slideLayout6.xml" Id="R3d3e4db70c0447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fc67bda1bf4c83"/>
    <p:sldLayoutId xmlns:r="http://schemas.openxmlformats.org/officeDocument/2006/relationships" id="2147483650" r:id="R408ef86dd1af40e7"/>
    <p:sldLayoutId xmlns:r="http://schemas.openxmlformats.org/officeDocument/2006/relationships" id="2147483651" r:id="R8e7ef8adc8e84b70"/>
    <p:sldLayoutId xmlns:r="http://schemas.openxmlformats.org/officeDocument/2006/relationships" id="2147483652" r:id="R382e967524cd4922"/>
    <p:sldLayoutId xmlns:r="http://schemas.openxmlformats.org/officeDocument/2006/relationships" id="2147483653" r:id="R9f71bb908db2461b"/>
    <p:sldLayoutId xmlns:r="http://schemas.openxmlformats.org/officeDocument/2006/relationships" id="2147483654" r:id="R3d3e4db70c0447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a9e4dcb4314a36" /><Relationship Type="http://schemas.openxmlformats.org/officeDocument/2006/relationships/notesSlide" Target="/ppt/notesSlides/notesSlide1.xml" Id="Reae83f2cae754a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5ec41204e040aa" /><Relationship Type="http://schemas.openxmlformats.org/officeDocument/2006/relationships/notesSlide" Target="/ppt/notesSlides/notesSlide2.xml" Id="R3e889eb2f1f540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a4ea5ca821433d" /><Relationship Type="http://schemas.openxmlformats.org/officeDocument/2006/relationships/notesSlide" Target="/ppt/notesSlides/notesSlide3.xml" Id="Ra97550e70b3b4665" /></Relationships>
</file>

<file path=ppt/slides/slide1.xml><?xml version="1.0" encoding="utf-8"?>
<p:sld xmlns:p="http://schemas.openxmlformats.org/presentationml/2006/main">
  <p:cSld>
    <p:bg>
      <p:bgPr>
        <a:solidFill xmlns:a="http://schemas.openxmlformats.org/drawingml/2006/main">
          <a:srgbClr val="101E2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28CA1F-D0F5-4FFB-8143-4EA740FE14AF}"/>
              </a:ext>
            </a:extLst>
          </p:cNvPr>
          <p:cNvSpPr>
            <a:spLocks xmlns:a="http://schemas.openxmlformats.org/drawingml/2006/main" noGrp="1"/>
          </p:cNvSpPr>
          <p:nvPr/>
        </p:nvSpPr>
        <p:spPr>
          <a:xfrm xmlns:a="http://schemas.openxmlformats.org/drawingml/2006/main">
            <a:off x="628650" y="409575"/>
            <a:ext cx="1091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00" b="1">
                <a:solidFill>
                  <a:srgbClr val="F6F6F0"/>
                </a:solidFill>
                <a:latin typeface="DejaVu Sans"/>
                <a:ea typeface="DejaVu Sans"/>
                <a:cs typeface="DejaVu Sans"/>
              </a:defRPr>
            </a:pPr>
            <a:r>
              <a:rPr sz="4500" b="1">
                <a:solidFill>
                  <a:srgbClr val="F6F6F0"/>
                </a:solidFill>
                <a:latin typeface="DejaVu Sans"/>
                <a:ea typeface="DejaVu Sans"/>
                <a:cs typeface="DejaVu Sans"/>
              </a:rPr>
              <a:t>Arturo Sánchez Pineda</a:t>
            </a:r>
          </a:p>
        </p:txBody>
      </p:sp>
      <p:sp>
        <p:nvSpPr>
          <p:cNvPr id="2" name="">
            <a:extLst xmlns:a="http://schemas.openxmlformats.org/drawingml/2006/main">
              <a:ext uri="{FF2B5EF4-FFF2-40B4-BE49-F238E27FC236}">
                <a16:creationId xmlns:a16="http://schemas.microsoft.com/office/drawing/2014/main" id="{1547E0BC-FFF1-454F-A87D-CBE7862A1F87}"/>
              </a:ext>
            </a:extLst>
          </p:cNvPr>
          <p:cNvSpPr>
            <a:spLocks xmlns:a="http://schemas.openxmlformats.org/drawingml/2006/main" noGrp="1"/>
          </p:cNvSpPr>
          <p:nvPr/>
        </p:nvSpPr>
        <p:spPr>
          <a:xfrm xmlns:a="http://schemas.openxmlformats.org/drawingml/2006/main">
            <a:off x="666750" y="1362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DCED9"/>
                </a:solidFill>
                <a:latin typeface="DejaVu Sans"/>
                <a:ea typeface="DejaVu Sans"/>
                <a:cs typeface="DejaVu Sans"/>
              </a:defRPr>
            </a:pPr>
            <a:r>
              <a:rPr sz="2025" b="0">
                <a:solidFill>
                  <a:srgbClr val="BDCED9"/>
                </a:solidFill>
                <a:latin typeface="DejaVu Sans"/>
                <a:ea typeface="DejaVu Sans"/>
                <a:cs typeface="DejaVu Sans"/>
              </a:rPr>
              <a:t>Venezuelan. Physics PhD. Systems engineer.</a:t>
            </a:r>
          </a:p>
        </p:txBody>
      </p:sp>
      <p:sp>
        <p:nvSpPr>
          <p:cNvPr id="3" name="">
            <a:extLst xmlns:a="http://schemas.openxmlformats.org/drawingml/2006/main">
              <a:ext uri="{FF2B5EF4-FFF2-40B4-BE49-F238E27FC236}">
                <a16:creationId xmlns:a16="http://schemas.microsoft.com/office/drawing/2014/main" id="{D762FBC2-C71C-4AA9-8858-8EBCBFCCB88E}"/>
              </a:ext>
            </a:extLst>
          </p:cNvPr>
          <p:cNvSpPr>
            <a:spLocks xmlns:a="http://schemas.openxmlformats.org/drawingml/2006/main" noGrp="1"/>
          </p:cNvSpPr>
          <p:nvPr/>
        </p:nvSpPr>
        <p:spPr>
          <a:xfrm xmlns:a="http://schemas.openxmlformats.org/drawingml/2006/main">
            <a:off x="666750" y="2143125"/>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CD6B"/>
                </a:solidFill>
                <a:latin typeface="DejaVu Sans"/>
                <a:ea typeface="DejaVu Sans"/>
                <a:cs typeface="DejaVu Sans"/>
              </a:defRPr>
            </a:pPr>
            <a:r>
              <a:rPr sz="5700" b="1">
                <a:solidFill>
                  <a:srgbClr val="FFCD6B"/>
                </a:solidFill>
                <a:latin typeface="DejaVu Sans"/>
                <a:ea typeface="DejaVu Sans"/>
                <a:cs typeface="DejaVu Sans"/>
              </a:rPr>
              <a:t>HIGGS</a:t>
            </a:r>
          </a:p>
        </p:txBody>
      </p:sp>
      <p:sp>
        <p:nvSpPr>
          <p:cNvPr id="4" name="">
            <a:extLst xmlns:a="http://schemas.openxmlformats.org/drawingml/2006/main">
              <a:ext uri="{FF2B5EF4-FFF2-40B4-BE49-F238E27FC236}">
                <a16:creationId xmlns:a16="http://schemas.microsoft.com/office/drawing/2014/main" id="{DFA5B1E1-FBDE-4013-B896-81D3AD08BA15}"/>
              </a:ext>
            </a:extLst>
          </p:cNvPr>
          <p:cNvSpPr>
            <a:spLocks xmlns:a="http://schemas.openxmlformats.org/drawingml/2006/main" noGrp="1"/>
          </p:cNvSpPr>
          <p:nvPr/>
        </p:nvSpPr>
        <p:spPr>
          <a:xfrm xmlns:a="http://schemas.openxmlformats.org/drawingml/2006/main">
            <a:off x="704850" y="3209925"/>
            <a:ext cx="34766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6F6F0"/>
                </a:solidFill>
                <a:latin typeface="DejaVu Sans"/>
                <a:ea typeface="DejaVu Sans"/>
                <a:cs typeface="DejaVu Sans"/>
              </a:defRPr>
            </a:pPr>
            <a:r>
              <a:rPr sz="1800" b="0">
                <a:solidFill>
                  <a:srgbClr val="F6F6F0"/>
                </a:solidFill>
                <a:latin typeface="DejaVu Sans"/>
                <a:ea typeface="DejaVu Sans"/>
                <a:cs typeface="DejaVu Sans"/>
              </a:rPr>
              <a:t>Part of ATLAS at CERN.</a:t>
            </a:r>
          </a:p>
          <a:p xmlns:a="http://schemas.openxmlformats.org/drawingml/2006/main">
            <a:pPr>
              <a:buNone/>
              <a:defRPr sz="1800" b="0">
                <a:solidFill>
                  <a:srgbClr val="F6F6F0"/>
                </a:solidFill>
                <a:latin typeface="DejaVu Sans"/>
                <a:ea typeface="DejaVu Sans"/>
                <a:cs typeface="DejaVu Sans"/>
              </a:defRPr>
            </a:pPr>
            <a:r>
              <a:rPr sz="1800" b="0">
                <a:solidFill>
                  <a:srgbClr val="F6F6F0"/>
                </a:solidFill>
                <a:latin typeface="DejaVu Sans"/>
                <a:ea typeface="DejaVu Sans"/>
                <a:cs typeface="DejaVu Sans"/>
              </a:rPr>
              <a:t>Higgs discovery cited in the</a:t>
            </a:r>
          </a:p>
          <a:p xmlns:a="http://schemas.openxmlformats.org/drawingml/2006/main">
            <a:pPr>
              <a:buNone/>
              <a:defRPr sz="1800" b="0">
                <a:solidFill>
                  <a:srgbClr val="F6F6F0"/>
                </a:solidFill>
                <a:latin typeface="DejaVu Sans"/>
                <a:ea typeface="DejaVu Sans"/>
                <a:cs typeface="DejaVu Sans"/>
              </a:defRPr>
            </a:pPr>
            <a:r>
              <a:rPr sz="1800" b="0">
                <a:solidFill>
                  <a:srgbClr val="F6F6F0"/>
                </a:solidFill>
                <a:latin typeface="DejaVu Sans"/>
                <a:ea typeface="DejaVu Sans"/>
                <a:cs typeface="DejaVu Sans"/>
              </a:rPr>
              <a:t>2013 Nobel Prize in Physics.</a:t>
            </a:r>
          </a:p>
        </p:txBody>
      </p:sp>
      <p:sp>
        <p:nvSpPr>
          <p:cNvPr id="5" name="">
            <a:extLst xmlns:a="http://schemas.openxmlformats.org/drawingml/2006/main">
              <a:ext uri="{FF2B5EF4-FFF2-40B4-BE49-F238E27FC236}">
                <a16:creationId xmlns:a16="http://schemas.microsoft.com/office/drawing/2014/main" id="{C4E08989-8318-43DB-80FF-675F53022363}"/>
              </a:ext>
            </a:extLst>
          </p:cNvPr>
          <p:cNvSpPr>
            <a:spLocks xmlns:a="http://schemas.openxmlformats.org/drawingml/2006/main" noGrp="1"/>
          </p:cNvSpPr>
          <p:nvPr/>
        </p:nvSpPr>
        <p:spPr>
          <a:xfrm xmlns:a="http://schemas.openxmlformats.org/drawingml/2006/main">
            <a:off x="4524375" y="2143125"/>
            <a:ext cx="323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79E6C5"/>
                </a:solidFill>
                <a:latin typeface="DejaVu Sans"/>
                <a:ea typeface="DejaVu Sans"/>
                <a:cs typeface="DejaVu Sans"/>
              </a:defRPr>
            </a:pPr>
            <a:r>
              <a:rPr sz="5700" b="1">
                <a:solidFill>
                  <a:srgbClr val="79E6C5"/>
                </a:solidFill>
                <a:latin typeface="DejaVu Sans"/>
                <a:ea typeface="DejaVu Sans"/>
                <a:cs typeface="DejaVu Sans"/>
              </a:rPr>
              <a:t>CC0</a:t>
            </a:r>
          </a:p>
        </p:txBody>
      </p:sp>
      <p:sp>
        <p:nvSpPr>
          <p:cNvPr id="6" name="">
            <a:extLst xmlns:a="http://schemas.openxmlformats.org/drawingml/2006/main">
              <a:ext uri="{FF2B5EF4-FFF2-40B4-BE49-F238E27FC236}">
                <a16:creationId xmlns:a16="http://schemas.microsoft.com/office/drawing/2014/main" id="{60CFA427-5D89-436B-88CE-D4F85CCE4A78}"/>
              </a:ext>
            </a:extLst>
          </p:cNvPr>
          <p:cNvSpPr>
            <a:spLocks xmlns:a="http://schemas.openxmlformats.org/drawingml/2006/main" noGrp="1"/>
          </p:cNvSpPr>
          <p:nvPr/>
        </p:nvSpPr>
        <p:spPr>
          <a:xfrm xmlns:a="http://schemas.openxmlformats.org/drawingml/2006/main">
            <a:off x="4562475" y="3209925"/>
            <a:ext cx="34766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6F6F0"/>
                </a:solidFill>
                <a:latin typeface="DejaVu Sans"/>
                <a:ea typeface="DejaVu Sans"/>
                <a:cs typeface="DejaVu Sans"/>
              </a:defRPr>
            </a:pPr>
            <a:r>
              <a:rPr sz="1875" b="0">
                <a:solidFill>
                  <a:srgbClr val="F6F6F0"/>
                </a:solidFill>
                <a:latin typeface="DejaVu Sans"/>
                <a:ea typeface="DejaVu Sans"/>
                <a:cs typeface="DejaVu Sans"/>
              </a:rPr>
              <a:t>Co-led ATLAS Open Data.</a:t>
            </a:r>
          </a:p>
          <a:p xmlns:a="http://schemas.openxmlformats.org/drawingml/2006/main">
            <a:pPr>
              <a:buNone/>
              <a:defRPr sz="1875" b="0">
                <a:solidFill>
                  <a:srgbClr val="F6F6F0"/>
                </a:solidFill>
                <a:latin typeface="DejaVu Sans"/>
                <a:ea typeface="DejaVu Sans"/>
                <a:cs typeface="DejaVu Sans"/>
              </a:defRPr>
            </a:pPr>
            <a:r>
              <a:rPr sz="1875" b="0">
                <a:solidFill>
                  <a:srgbClr val="F6F6F0"/>
                </a:solidFill>
                <a:latin typeface="DejaVu Sans"/>
                <a:ea typeface="DejaVu Sans"/>
                <a:cs typeface="DejaVu Sans"/>
              </a:rPr>
              <a:t>Helped make collision data</a:t>
            </a:r>
          </a:p>
          <a:p xmlns:a="http://schemas.openxmlformats.org/drawingml/2006/main">
            <a:pPr>
              <a:buNone/>
              <a:defRPr sz="1875" b="0">
                <a:solidFill>
                  <a:srgbClr val="F6F6F0"/>
                </a:solidFill>
                <a:latin typeface="DejaVu Sans"/>
                <a:ea typeface="DejaVu Sans"/>
                <a:cs typeface="DejaVu Sans"/>
              </a:defRPr>
            </a:pPr>
            <a:r>
              <a:rPr sz="1875" b="0">
                <a:solidFill>
                  <a:srgbClr val="F6F6F0"/>
                </a:solidFill>
                <a:latin typeface="DejaVu Sans"/>
                <a:ea typeface="DejaVu Sans"/>
                <a:cs typeface="DejaVu Sans"/>
              </a:rPr>
              <a:t>freely reusable by anyone.</a:t>
            </a:r>
          </a:p>
        </p:txBody>
      </p:sp>
      <p:sp>
        <p:nvSpPr>
          <p:cNvPr id="7" name="">
            <a:extLst xmlns:a="http://schemas.openxmlformats.org/drawingml/2006/main">
              <a:ext uri="{FF2B5EF4-FFF2-40B4-BE49-F238E27FC236}">
                <a16:creationId xmlns:a16="http://schemas.microsoft.com/office/drawing/2014/main" id="{BBBC5D5E-B324-4D14-9B9D-5688C2BF4DF2}"/>
              </a:ext>
            </a:extLst>
          </p:cNvPr>
          <p:cNvSpPr>
            <a:spLocks xmlns:a="http://schemas.openxmlformats.org/drawingml/2006/main" noGrp="1"/>
          </p:cNvSpPr>
          <p:nvPr/>
        </p:nvSpPr>
        <p:spPr>
          <a:xfrm xmlns:a="http://schemas.openxmlformats.org/drawingml/2006/main">
            <a:off x="8448675" y="2143125"/>
            <a:ext cx="3190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CD6B"/>
                </a:solidFill>
                <a:latin typeface="DejaVu Sans"/>
                <a:ea typeface="DejaVu Sans"/>
                <a:cs typeface="DejaVu Sans"/>
              </a:defRPr>
            </a:pPr>
            <a:r>
              <a:rPr sz="5700" b="1">
                <a:solidFill>
                  <a:srgbClr val="FFCD6B"/>
                </a:solidFill>
                <a:latin typeface="DejaVu Sans"/>
                <a:ea typeface="DejaVu Sans"/>
                <a:cs typeface="DejaVu Sans"/>
              </a:rPr>
              <a:t>10+</a:t>
            </a:r>
          </a:p>
        </p:txBody>
      </p:sp>
      <p:sp>
        <p:nvSpPr>
          <p:cNvPr id="8" name="">
            <a:extLst xmlns:a="http://schemas.openxmlformats.org/drawingml/2006/main">
              <a:ext uri="{FF2B5EF4-FFF2-40B4-BE49-F238E27FC236}">
                <a16:creationId xmlns:a16="http://schemas.microsoft.com/office/drawing/2014/main" id="{F69AD664-24DB-4C84-A240-F7A6CD07D9BE}"/>
              </a:ext>
            </a:extLst>
          </p:cNvPr>
          <p:cNvSpPr>
            <a:spLocks xmlns:a="http://schemas.openxmlformats.org/drawingml/2006/main" noGrp="1"/>
          </p:cNvSpPr>
          <p:nvPr/>
        </p:nvSpPr>
        <p:spPr>
          <a:xfrm xmlns:a="http://schemas.openxmlformats.org/drawingml/2006/main">
            <a:off x="8334375" y="3209925"/>
            <a:ext cx="34575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6F6F0"/>
                </a:solidFill>
                <a:latin typeface="DejaVu Sans"/>
                <a:ea typeface="DejaVu Sans"/>
                <a:cs typeface="DejaVu Sans"/>
              </a:defRPr>
            </a:pPr>
            <a:r>
              <a:rPr sz="1800" b="0">
                <a:solidFill>
                  <a:srgbClr val="F6F6F0"/>
                </a:solidFill>
                <a:latin typeface="DejaVu Sans"/>
                <a:ea typeface="DejaVu Sans"/>
                <a:cs typeface="DejaVu Sans"/>
              </a:rPr>
              <a:t>Countries where I've taught</a:t>
            </a:r>
          </a:p>
          <a:p xmlns:a="http://schemas.openxmlformats.org/drawingml/2006/main">
            <a:pPr>
              <a:buNone/>
              <a:defRPr sz="1800" b="0">
                <a:solidFill>
                  <a:srgbClr val="F6F6F0"/>
                </a:solidFill>
                <a:latin typeface="DejaVu Sans"/>
                <a:ea typeface="DejaVu Sans"/>
                <a:cs typeface="DejaVu Sans"/>
              </a:defRPr>
            </a:pPr>
            <a:r>
              <a:rPr sz="1800" b="0">
                <a:solidFill>
                  <a:srgbClr val="F6F6F0"/>
                </a:solidFill>
                <a:latin typeface="DejaVu Sans"/>
                <a:ea typeface="DejaVu Sans"/>
                <a:cs typeface="DejaVu Sans"/>
              </a:rPr>
              <a:t>computing and open science</a:t>
            </a:r>
          </a:p>
        </p:txBody>
      </p:sp>
      <p:sp>
        <p:nvSpPr>
          <p:cNvPr id="9" name="">
            <a:extLst xmlns:a="http://schemas.openxmlformats.org/drawingml/2006/main">
              <a:ext uri="{FF2B5EF4-FFF2-40B4-BE49-F238E27FC236}">
                <a16:creationId xmlns:a16="http://schemas.microsoft.com/office/drawing/2014/main" id="{42EF7222-4C1F-4347-9C1F-C1404CD79150}"/>
              </a:ext>
            </a:extLst>
          </p:cNvPr>
          <p:cNvSpPr>
            <a:spLocks xmlns:a="http://schemas.openxmlformats.org/drawingml/2006/main" noGrp="1"/>
          </p:cNvSpPr>
          <p:nvPr/>
        </p:nvSpPr>
        <p:spPr>
          <a:xfrm xmlns:a="http://schemas.openxmlformats.org/drawingml/2006/main">
            <a:off x="704850" y="4562475"/>
            <a:ext cx="5762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79E6C5"/>
                </a:solidFill>
                <a:latin typeface="DejaVu Sans"/>
                <a:ea typeface="DejaVu Sans"/>
                <a:cs typeface="DejaVu Sans"/>
              </a:defRPr>
            </a:pPr>
            <a:r>
              <a:rPr sz="2250" b="1">
                <a:solidFill>
                  <a:srgbClr val="79E6C5"/>
                </a:solidFill>
                <a:latin typeface="DejaVu Sans"/>
                <a:ea typeface="DejaVu Sans"/>
                <a:cs typeface="DejaVu Sans"/>
              </a:rPr>
              <a:t>University lecturer at 21</a:t>
            </a:r>
          </a:p>
        </p:txBody>
      </p:sp>
      <p:sp>
        <p:nvSpPr>
          <p:cNvPr id="10" name="">
            <a:extLst xmlns:a="http://schemas.openxmlformats.org/drawingml/2006/main">
              <a:ext uri="{FF2B5EF4-FFF2-40B4-BE49-F238E27FC236}">
                <a16:creationId xmlns:a16="http://schemas.microsoft.com/office/drawing/2014/main" id="{5FC2EBFF-A715-4E6F-995D-4F4AE3F81C72}"/>
              </a:ext>
            </a:extLst>
          </p:cNvPr>
          <p:cNvSpPr>
            <a:spLocks xmlns:a="http://schemas.openxmlformats.org/drawingml/2006/main" noGrp="1"/>
          </p:cNvSpPr>
          <p:nvPr/>
        </p:nvSpPr>
        <p:spPr>
          <a:xfrm xmlns:a="http://schemas.openxmlformats.org/drawingml/2006/main">
            <a:off x="704850" y="5029200"/>
            <a:ext cx="6048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DCED9"/>
                </a:solidFill>
                <a:latin typeface="DejaVu Sans"/>
                <a:ea typeface="DejaVu Sans"/>
                <a:cs typeface="DejaVu Sans"/>
              </a:defRPr>
            </a:pPr>
            <a:r>
              <a:rPr sz="1800" b="0">
                <a:solidFill>
                  <a:srgbClr val="BDCED9"/>
                </a:solidFill>
                <a:latin typeface="DejaVu Sans"/>
                <a:ea typeface="DejaVu Sans"/>
                <a:cs typeface="DejaVu Sans"/>
              </a:rPr>
              <a:t>Today: DevOps and Corporate IT at INAIT</a:t>
            </a:r>
          </a:p>
        </p:txBody>
      </p:sp>
      <p:sp>
        <p:nvSpPr>
          <p:cNvPr id="11" name="">
            <a:extLst xmlns:a="http://schemas.openxmlformats.org/drawingml/2006/main">
              <a:ext uri="{FF2B5EF4-FFF2-40B4-BE49-F238E27FC236}">
                <a16:creationId xmlns:a16="http://schemas.microsoft.com/office/drawing/2014/main" id="{F0918106-D275-485B-B82F-1A0E37C7264F}"/>
              </a:ext>
            </a:extLst>
          </p:cNvPr>
          <p:cNvSpPr>
            <a:spLocks xmlns:a="http://schemas.openxmlformats.org/drawingml/2006/main" noGrp="1"/>
          </p:cNvSpPr>
          <p:nvPr/>
        </p:nvSpPr>
        <p:spPr>
          <a:xfrm xmlns:a="http://schemas.openxmlformats.org/drawingml/2006/main">
            <a:off x="7086600" y="4562475"/>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F6F6F0"/>
                </a:solidFill>
                <a:latin typeface="DejaVu Sans"/>
                <a:ea typeface="DejaVu Sans"/>
                <a:cs typeface="DejaVu Sans"/>
              </a:defRPr>
            </a:pPr>
            <a:r>
              <a:rPr sz="1500" b="1">
                <a:solidFill>
                  <a:srgbClr val="F6F6F0"/>
                </a:solidFill>
                <a:latin typeface="DejaVu Sans"/>
                <a:ea typeface="DejaVu Sans"/>
                <a:cs typeface="DejaVu Sans"/>
              </a:rPr>
              <a:t>Venezuela, Italy, France, Switzerland</a:t>
            </a:r>
          </a:p>
        </p:txBody>
      </p:sp>
      <p:sp>
        <p:nvSpPr>
          <p:cNvPr id="12" name="">
            <a:extLst xmlns:a="http://schemas.openxmlformats.org/drawingml/2006/main">
              <a:ext uri="{FF2B5EF4-FFF2-40B4-BE49-F238E27FC236}">
                <a16:creationId xmlns:a16="http://schemas.microsoft.com/office/drawing/2014/main" id="{015C6CB9-B910-48ED-8EB1-524702DB269A}"/>
              </a:ext>
            </a:extLst>
          </p:cNvPr>
          <p:cNvSpPr>
            <a:spLocks xmlns:a="http://schemas.openxmlformats.org/drawingml/2006/main" noGrp="1"/>
          </p:cNvSpPr>
          <p:nvPr/>
        </p:nvSpPr>
        <p:spPr>
          <a:xfrm xmlns:a="http://schemas.openxmlformats.org/drawingml/2006/main">
            <a:off x="7086600" y="4981575"/>
            <a:ext cx="4495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DCED9"/>
                </a:solidFill>
                <a:latin typeface="DejaVu Sans"/>
                <a:ea typeface="DejaVu Sans"/>
                <a:cs typeface="DejaVu Sans"/>
              </a:defRPr>
            </a:pPr>
            <a:r>
              <a:rPr sz="1650" b="0">
                <a:solidFill>
                  <a:srgbClr val="BDCED9"/>
                </a:solidFill>
                <a:latin typeface="DejaVu Sans"/>
                <a:ea typeface="DejaVu Sans"/>
                <a:cs typeface="DejaVu Sans"/>
              </a:rPr>
              <a:t>A migrant and father building a life here.</a:t>
            </a:r>
          </a:p>
        </p:txBody>
      </p:sp>
      <p:sp>
        <p:nvSpPr>
          <p:cNvPr id="13" name="">
            <a:extLst xmlns:a="http://schemas.openxmlformats.org/drawingml/2006/main">
              <a:ext uri="{FF2B5EF4-FFF2-40B4-BE49-F238E27FC236}">
                <a16:creationId xmlns:a16="http://schemas.microsoft.com/office/drawing/2014/main" id="{E88000EE-25CF-438D-AACC-3124ED6A2170}"/>
              </a:ext>
            </a:extLst>
          </p:cNvPr>
          <p:cNvSpPr>
            <a:spLocks xmlns:a="http://schemas.openxmlformats.org/drawingml/2006/main" noGrp="1"/>
          </p:cNvSpPr>
          <p:nvPr/>
        </p:nvSpPr>
        <p:spPr>
          <a:xfrm xmlns:a="http://schemas.openxmlformats.org/drawingml/2006/main">
            <a:off x="704850" y="58007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6F6F0"/>
                </a:solidFill>
                <a:latin typeface="DejaVu Sans"/>
                <a:ea typeface="DejaVu Sans"/>
                <a:cs typeface="DejaVu Sans"/>
              </a:defRPr>
            </a:pPr>
            <a:r>
              <a:rPr sz="2400" b="1">
                <a:solidFill>
                  <a:srgbClr val="F6F6F0"/>
                </a:solidFill>
                <a:latin typeface="DejaVu Sans"/>
                <a:ea typeface="DejaVu Sans"/>
                <a:cs typeface="DejaVu Sans"/>
              </a:rPr>
              <a:t>I love my job. I want to build this project with you.</a:t>
            </a:r>
          </a:p>
        </p:txBody>
      </p:sp>
      <p:sp>
        <p:nvSpPr>
          <p:cNvPr id="14" name="">
            <a:extLst xmlns:a="http://schemas.openxmlformats.org/drawingml/2006/main">
              <a:ext uri="{FF2B5EF4-FFF2-40B4-BE49-F238E27FC236}">
                <a16:creationId xmlns:a16="http://schemas.microsoft.com/office/drawing/2014/main" id="{647E9115-8209-4704-83D6-4AE135E7D1B2}"/>
              </a:ext>
            </a:extLst>
          </p:cNvPr>
          <p:cNvSpPr>
            <a:spLocks xmlns:a="http://schemas.openxmlformats.org/drawingml/2006/main" noGrp="1"/>
          </p:cNvSpPr>
          <p:nvPr/>
        </p:nvSpPr>
        <p:spPr>
          <a:xfrm xmlns:a="http://schemas.openxmlformats.org/drawingml/2006/main">
            <a:off x="704850" y="6505575"/>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79E6C5"/>
                </a:solidFill>
                <a:latin typeface="DejaVu Sans"/>
                <a:ea typeface="DejaVu Sans"/>
                <a:cs typeface="DejaVu Sans"/>
              </a:defRPr>
            </a:pPr>
            <a:r>
              <a:rPr sz="1350" b="0">
                <a:solidFill>
                  <a:srgbClr val="79E6C5"/>
                </a:solidFill>
                <a:latin typeface="DejaVu Sans"/>
                <a:ea typeface="DejaVu Sans"/>
                <a:cs typeface="DejaVu Sans"/>
              </a:rPr>
              <a:t>Public AI for every commune</a:t>
            </a:r>
          </a:p>
        </p:txBody>
      </p:sp>
    </p:spTree>
    <p:extLst>
      <p:ext uri="{BB962C8B-B14F-4D97-AF65-F5344CB8AC3E}">
        <p14:creationId xmlns:p14="http://schemas.microsoft.com/office/powerpoint/2010/main" val="1054143302"/>
      </p:ext>
    </p:extLst>
  </p:cSld>
</p:sld>
</file>

<file path=ppt/slides/slide2.xml><?xml version="1.0" encoding="utf-8"?>
<p:sld xmlns:p="http://schemas.openxmlformats.org/presentationml/2006/main">
  <p:cSld>
    <p:bg>
      <p:bgPr>
        <a:solidFill xmlns:a="http://schemas.openxmlformats.org/drawingml/2006/main">
          <a:srgbClr val="101E2A"/>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667AC4B-15A1-44F8-9534-196BCC38C36F}"/>
              </a:ext>
            </a:extLst>
          </p:cNvPr>
          <p:cNvSpPr>
            <a:spLocks xmlns:a="http://schemas.openxmlformats.org/drawingml/2006/main" noGrp="1"/>
          </p:cNvSpPr>
          <p:nvPr/>
        </p:nvSpPr>
        <p:spPr>
          <a:xfrm xmlns:a="http://schemas.openxmlformats.org/drawingml/2006/main">
            <a:off x="62865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0"/>
                </a:solidFill>
                <a:latin typeface="DejaVu Sans"/>
                <a:ea typeface="DejaVu Sans"/>
                <a:cs typeface="DejaVu Sans"/>
              </a:defRPr>
            </a:pPr>
            <a:r>
              <a:rPr sz="3600" b="1">
                <a:solidFill>
                  <a:srgbClr val="F6F6F0"/>
                </a:solidFill>
                <a:latin typeface="DejaVu Sans"/>
                <a:ea typeface="DejaVu Sans"/>
                <a:cs typeface="DejaVu Sans"/>
              </a:rPr>
              <a:t>Public AI for every commune</a:t>
            </a:r>
          </a:p>
        </p:txBody>
      </p:sp>
      <p:sp>
        <p:nvSpPr>
          <p:cNvPr id="2" name="">
            <a:extLst xmlns:a="http://schemas.openxmlformats.org/drawingml/2006/main">
              <a:ext uri="{FF2B5EF4-FFF2-40B4-BE49-F238E27FC236}">
                <a16:creationId xmlns:a16="http://schemas.microsoft.com/office/drawing/2014/main" id="{6AD042CD-16BD-4DDC-85B1-5BB0E9865805}"/>
              </a:ext>
            </a:extLst>
          </p:cNvPr>
          <p:cNvSpPr>
            <a:spLocks xmlns:a="http://schemas.openxmlformats.org/drawingml/2006/main" noGrp="1"/>
          </p:cNvSpPr>
          <p:nvPr/>
        </p:nvSpPr>
        <p:spPr>
          <a:xfrm xmlns:a="http://schemas.openxmlformats.org/drawingml/2006/main">
            <a:off x="666750" y="11906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DCED9"/>
                </a:solidFill>
                <a:latin typeface="DejaVu Sans"/>
                <a:ea typeface="DejaVu Sans"/>
                <a:cs typeface="DejaVu Sans"/>
              </a:defRPr>
            </a:pPr>
            <a:r>
              <a:rPr sz="2025" b="0">
                <a:solidFill>
                  <a:srgbClr val="BDCED9"/>
                </a:solidFill>
                <a:latin typeface="DejaVu Sans"/>
                <a:ea typeface="DejaVu Sans"/>
                <a:cs typeface="DejaVu Sans"/>
              </a:rPr>
              <a:t>Change one answer. See what changes along your path.</a:t>
            </a:r>
          </a:p>
        </p:txBody>
      </p:sp>
      <p:sp>
        <p:nvSpPr>
          <p:cNvPr id="3" name="">
            <a:extLst xmlns:a="http://schemas.openxmlformats.org/drawingml/2006/main">
              <a:ext uri="{FF2B5EF4-FFF2-40B4-BE49-F238E27FC236}">
                <a16:creationId xmlns:a16="http://schemas.microsoft.com/office/drawing/2014/main" id="{96654146-6D32-4952-ABFC-D5DE21D67784}"/>
              </a:ext>
            </a:extLst>
          </p:cNvPr>
          <p:cNvSpPr>
            <a:spLocks xmlns:a="http://schemas.openxmlformats.org/drawingml/2006/main" noGrp="1"/>
          </p:cNvSpPr>
          <p:nvPr/>
        </p:nvSpPr>
        <p:spPr>
          <a:xfrm xmlns:a="http://schemas.openxmlformats.org/drawingml/2006/main">
            <a:off x="666750" y="2085975"/>
            <a:ext cx="36957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I live in Nyon.</a:t>
            </a:r>
          </a:p>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I own my home.</a:t>
            </a:r>
          </a:p>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My child is 8.</a:t>
            </a:r>
          </a:p>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I am considering</a:t>
            </a:r>
          </a:p>
        </p:txBody>
      </p:sp>
      <p:sp>
        <p:nvSpPr>
          <p:cNvPr id="4" name="">
            <a:extLst xmlns:a="http://schemas.openxmlformats.org/drawingml/2006/main">
              <a:ext uri="{FF2B5EF4-FFF2-40B4-BE49-F238E27FC236}">
                <a16:creationId xmlns:a16="http://schemas.microsoft.com/office/drawing/2014/main" id="{CCBE18F4-5CEB-48E8-9BB0-051F8AE7D07D}"/>
              </a:ext>
            </a:extLst>
          </p:cNvPr>
          <p:cNvSpPr>
            <a:spLocks xmlns:a="http://schemas.openxmlformats.org/drawingml/2006/main" noGrp="1"/>
          </p:cNvSpPr>
          <p:nvPr/>
        </p:nvSpPr>
        <p:spPr>
          <a:xfrm xmlns:a="http://schemas.openxmlformats.org/drawingml/2006/main">
            <a:off x="666750" y="3590925"/>
            <a:ext cx="363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u="sng">
                <a:solidFill>
                  <a:srgbClr val="79E6C5"/>
                </a:solidFill>
                <a:latin typeface="DejaVu Sans"/>
                <a:ea typeface="DejaVu Sans"/>
                <a:cs typeface="DejaVu Sans"/>
              </a:defRPr>
            </a:pPr>
            <a:r>
              <a:rPr sz="2175" b="1" u="sng">
                <a:solidFill>
                  <a:srgbClr val="79E6C5"/>
                </a:solidFill>
                <a:latin typeface="DejaVu Sans"/>
                <a:ea typeface="DejaVu Sans"/>
                <a:cs typeface="DejaVu Sans"/>
              </a:rPr>
              <a:t>Saint-Cergue.</a:t>
            </a:r>
          </a:p>
        </p:txBody>
      </p:sp>
      <p:sp>
        <p:nvSpPr>
          <p:cNvPr id="5" name="">
            <a:extLst xmlns:a="http://schemas.openxmlformats.org/drawingml/2006/main">
              <a:ext uri="{FF2B5EF4-FFF2-40B4-BE49-F238E27FC236}">
                <a16:creationId xmlns:a16="http://schemas.microsoft.com/office/drawing/2014/main" id="{ACA30818-E122-4AF0-A5EB-003AC006F941}"/>
              </a:ext>
            </a:extLst>
          </p:cNvPr>
          <p:cNvSpPr>
            <a:spLocks xmlns:a="http://schemas.openxmlformats.org/drawingml/2006/main" noGrp="1"/>
          </p:cNvSpPr>
          <p:nvPr/>
        </p:nvSpPr>
        <p:spPr>
          <a:xfrm xmlns:a="http://schemas.openxmlformats.org/drawingml/2006/main">
            <a:off x="666750" y="4029075"/>
            <a:ext cx="3638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I hold a B permit.</a:t>
            </a:r>
          </a:p>
        </p:txBody>
      </p:sp>
      <p:sp>
        <p:nvSpPr>
          <p:cNvPr id="6" name="">
            <a:extLst xmlns:a="http://schemas.openxmlformats.org/drawingml/2006/main">
              <a:ext uri="{FF2B5EF4-FFF2-40B4-BE49-F238E27FC236}">
                <a16:creationId xmlns:a16="http://schemas.microsoft.com/office/drawing/2014/main" id="{3B479675-D3C4-471E-B206-E387043D29CB}"/>
              </a:ext>
            </a:extLst>
          </p:cNvPr>
          <p:cNvSpPr>
            <a:spLocks xmlns:a="http://schemas.openxmlformats.org/drawingml/2006/main" noGrp="1"/>
          </p:cNvSpPr>
          <p:nvPr/>
        </p:nvSpPr>
        <p:spPr>
          <a:xfrm xmlns:a="http://schemas.openxmlformats.org/drawingml/2006/main">
            <a:off x="666750" y="4876800"/>
            <a:ext cx="3714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CD6B"/>
                </a:solidFill>
                <a:latin typeface="DejaVu Sans"/>
                <a:ea typeface="DejaVu Sans"/>
                <a:cs typeface="DejaVu Sans"/>
              </a:defRPr>
            </a:pPr>
            <a:r>
              <a:rPr sz="2025" b="1">
                <a:solidFill>
                  <a:srgbClr val="FFCD6B"/>
                </a:solidFill>
                <a:latin typeface="DejaVu Sans"/>
                <a:ea typeface="DejaVu Sans"/>
                <a:cs typeface="DejaVu Sans"/>
              </a:rPr>
              <a:t>What if I choose Gland?</a:t>
            </a:r>
          </a:p>
        </p:txBody>
      </p:sp>
      <p:sp>
        <p:nvSpPr>
          <p:cNvPr id="7" name="">
            <a:extLst xmlns:a="http://schemas.openxmlformats.org/drawingml/2006/main">
              <a:ext uri="{FF2B5EF4-FFF2-40B4-BE49-F238E27FC236}">
                <a16:creationId xmlns:a16="http://schemas.microsoft.com/office/drawing/2014/main" id="{0B7563A7-AFE0-4C0E-9F1C-FFF903C64C81}"/>
              </a:ext>
            </a:extLst>
          </p:cNvPr>
          <p:cNvSpPr>
            <a:spLocks xmlns:a="http://schemas.openxmlformats.org/drawingml/2006/main" noGrp="1"/>
          </p:cNvSpPr>
          <p:nvPr/>
        </p:nvSpPr>
        <p:spPr>
          <a:xfrm xmlns:a="http://schemas.openxmlformats.org/drawingml/2006/main">
            <a:off x="666750" y="5343525"/>
            <a:ext cx="3571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6F6F0"/>
                </a:solidFill>
                <a:latin typeface="DejaVu Sans"/>
                <a:ea typeface="DejaVu Sans"/>
                <a:cs typeface="DejaVu Sans"/>
              </a:defRPr>
            </a:pPr>
            <a:r>
              <a:rPr sz="2250" b="1">
                <a:solidFill>
                  <a:srgbClr val="F6F6F0"/>
                </a:solidFill>
                <a:latin typeface="DejaVu Sans"/>
                <a:ea typeface="DejaVu Sans"/>
                <a:cs typeface="DejaVu Sans"/>
              </a:rPr>
              <a:t>Preview the fork.</a:t>
            </a:r>
          </a:p>
          <a:p xmlns:a="http://schemas.openxmlformats.org/drawingml/2006/main">
            <a:pPr>
              <a:defRPr sz="2250" b="1">
                <a:solidFill>
                  <a:srgbClr val="F6F6F0"/>
                </a:solidFill>
                <a:latin typeface="DejaVu Sans"/>
                <a:ea typeface="DejaVu Sans"/>
                <a:cs typeface="DejaVu Sans"/>
              </a:defRPr>
            </a:pPr>
            <a:r>
              <a:rPr sz="2250" b="1">
                <a:solidFill>
                  <a:srgbClr val="F6F6F0"/>
                </a:solidFill>
                <a:latin typeface="DejaVu Sans"/>
                <a:ea typeface="DejaVu Sans"/>
                <a:cs typeface="DejaVu Sans"/>
              </a:rPr>
              <a:t>Keep or adopt.</a:t>
            </a:r>
          </a:p>
        </p:txBody>
      </p:sp>
      <p:sp>
        <p:nvSpPr>
          <p:cNvPr id="8" name="">
            <a:extLst xmlns:a="http://schemas.openxmlformats.org/drawingml/2006/main">
              <a:ext uri="{FF2B5EF4-FFF2-40B4-BE49-F238E27FC236}">
                <a16:creationId xmlns:a16="http://schemas.microsoft.com/office/drawing/2014/main" id="{8213A99A-FAF9-4E71-B993-50182BCB38A6}"/>
              </a:ext>
            </a:extLst>
          </p:cNvPr>
          <p:cNvSpPr>
            <a:spLocks xmlns:a="http://schemas.openxmlformats.org/drawingml/2006/main" noGrp="1"/>
          </p:cNvSpPr>
          <p:nvPr/>
        </p:nvSpPr>
        <p:spPr>
          <a:xfrm xmlns:a="http://schemas.openxmlformats.org/drawingml/2006/main">
            <a:off x="4667250" y="1733550"/>
            <a:ext cx="2266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DCED9"/>
                </a:solidFill>
                <a:latin typeface="DejaVu Sans"/>
                <a:ea typeface="DejaVu Sans"/>
                <a:cs typeface="DejaVu Sans"/>
              </a:defRPr>
            </a:pPr>
            <a:r>
              <a:rPr sz="1350" b="0">
                <a:solidFill>
                  <a:srgbClr val="BDCED9"/>
                </a:solidFill>
                <a:latin typeface="DejaVu Sans"/>
                <a:ea typeface="DejaVu Sans"/>
                <a:cs typeface="DejaVu Sans"/>
              </a:rPr>
              <a:t>Illustrative paths</a:t>
            </a:r>
          </a:p>
        </p:txBody>
      </p:sp>
      <p:sp>
        <p:nvSpPr>
          <p:cNvPr id="9" name="">
            <a:extLst xmlns:a="http://schemas.openxmlformats.org/drawingml/2006/main">
              <a:ext uri="{FF2B5EF4-FFF2-40B4-BE49-F238E27FC236}">
                <a16:creationId xmlns:a16="http://schemas.microsoft.com/office/drawing/2014/main" id="{DD6FE96A-2246-4123-A3F0-16A4A8E0A947}"/>
              </a:ext>
            </a:extLst>
          </p:cNvPr>
          <p:cNvSpPr>
            <a:spLocks xmlns:a="http://schemas.openxmlformats.org/drawingml/2006/main" noGrp="1"/>
          </p:cNvSpPr>
          <p:nvPr/>
        </p:nvSpPr>
        <p:spPr>
          <a:xfrm xmlns:a="http://schemas.openxmlformats.org/drawingml/2006/main">
            <a:off x="4762500" y="2390775"/>
            <a:ext cx="1581150" cy="1390650"/>
          </a:xfrm>
          <a:custGeom xmlns:a="http://schemas.openxmlformats.org/drawingml/2006/main">
            <a:pathLst>
              <a:path w="1581150" h="1390650">
                <a:moveTo>
                  <a:pt x="0" y="1390650"/>
                </a:moveTo>
                <a:lnTo>
                  <a:pt x="35199" y="1388086"/>
                </a:lnTo>
                <a:lnTo>
                  <a:pt x="69421" y="1380568"/>
                </a:lnTo>
                <a:lnTo>
                  <a:pt x="102760" y="1368356"/>
                </a:lnTo>
                <a:lnTo>
                  <a:pt x="135312" y="1351712"/>
                </a:lnTo>
                <a:lnTo>
                  <a:pt x="167171" y="1330896"/>
                </a:lnTo>
                <a:lnTo>
                  <a:pt x="198432" y="1306168"/>
                </a:lnTo>
                <a:lnTo>
                  <a:pt x="229189" y="1277790"/>
                </a:lnTo>
                <a:lnTo>
                  <a:pt x="259537" y="1246022"/>
                </a:lnTo>
                <a:lnTo>
                  <a:pt x="289571" y="1211126"/>
                </a:lnTo>
                <a:lnTo>
                  <a:pt x="319385" y="1173361"/>
                </a:lnTo>
                <a:lnTo>
                  <a:pt x="349074" y="1132989"/>
                </a:lnTo>
                <a:lnTo>
                  <a:pt x="378733" y="1090270"/>
                </a:lnTo>
                <a:lnTo>
                  <a:pt x="408456" y="1045465"/>
                </a:lnTo>
                <a:lnTo>
                  <a:pt x="438338" y="998834"/>
                </a:lnTo>
                <a:lnTo>
                  <a:pt x="468474" y="950640"/>
                </a:lnTo>
                <a:lnTo>
                  <a:pt x="498958" y="901141"/>
                </a:lnTo>
                <a:lnTo>
                  <a:pt x="529884" y="850600"/>
                </a:lnTo>
                <a:lnTo>
                  <a:pt x="561349" y="799276"/>
                </a:lnTo>
                <a:lnTo>
                  <a:pt x="593445" y="747431"/>
                </a:lnTo>
                <a:lnTo>
                  <a:pt x="626269" y="695325"/>
                </a:lnTo>
                <a:lnTo>
                  <a:pt x="659914" y="643219"/>
                </a:lnTo>
                <a:lnTo>
                  <a:pt x="694475" y="591374"/>
                </a:lnTo>
                <a:lnTo>
                  <a:pt x="730047" y="540050"/>
                </a:lnTo>
                <a:lnTo>
                  <a:pt x="766724" y="489509"/>
                </a:lnTo>
                <a:lnTo>
                  <a:pt x="804602" y="440010"/>
                </a:lnTo>
                <a:lnTo>
                  <a:pt x="843775" y="391816"/>
                </a:lnTo>
                <a:lnTo>
                  <a:pt x="884336" y="345185"/>
                </a:lnTo>
                <a:lnTo>
                  <a:pt x="926382" y="300380"/>
                </a:lnTo>
                <a:lnTo>
                  <a:pt x="970007" y="257661"/>
                </a:lnTo>
                <a:lnTo>
                  <a:pt x="1015305" y="217289"/>
                </a:lnTo>
                <a:lnTo>
                  <a:pt x="1062372" y="179524"/>
                </a:lnTo>
                <a:lnTo>
                  <a:pt x="1111301" y="144628"/>
                </a:lnTo>
                <a:lnTo>
                  <a:pt x="1162187" y="112860"/>
                </a:lnTo>
                <a:lnTo>
                  <a:pt x="1215126" y="84482"/>
                </a:lnTo>
                <a:lnTo>
                  <a:pt x="1270211" y="59754"/>
                </a:lnTo>
                <a:lnTo>
                  <a:pt x="1327537" y="38938"/>
                </a:lnTo>
                <a:lnTo>
                  <a:pt x="1387200" y="22294"/>
                </a:lnTo>
                <a:lnTo>
                  <a:pt x="1449293" y="10082"/>
                </a:lnTo>
                <a:lnTo>
                  <a:pt x="1513912" y="2564"/>
                </a:lnTo>
                <a:lnTo>
                  <a:pt x="1581150" y="0"/>
                </a:lnTo>
              </a:path>
            </a:pathLst>
          </a:custGeom>
          <a:noFill xmlns:a="http://schemas.openxmlformats.org/drawingml/2006/main"/>
          <a:ln xmlns:a="http://schemas.openxmlformats.org/drawingml/2006/main" w="28575">
            <a:solidFill>
              <a:srgbClr val="79E6C5"/>
            </a:solidFill>
            <a:prstDash val="solid"/>
          </a:ln>
        </p:spPr>
      </p:sp>
      <p:sp>
        <p:nvSpPr>
          <p:cNvPr id="10" name="">
            <a:extLst xmlns:a="http://schemas.openxmlformats.org/drawingml/2006/main">
              <a:ext uri="{FF2B5EF4-FFF2-40B4-BE49-F238E27FC236}">
                <a16:creationId xmlns:a16="http://schemas.microsoft.com/office/drawing/2014/main" id="{6FCDC99E-84A3-4844-A527-DDE95520C706}"/>
              </a:ext>
            </a:extLst>
          </p:cNvPr>
          <p:cNvSpPr>
            <a:spLocks xmlns:a="http://schemas.openxmlformats.org/drawingml/2006/main" noGrp="1"/>
          </p:cNvSpPr>
          <p:nvPr/>
        </p:nvSpPr>
        <p:spPr>
          <a:xfrm xmlns:a="http://schemas.openxmlformats.org/drawingml/2006/main">
            <a:off x="6343650" y="2390775"/>
            <a:ext cx="4429125" cy="9525"/>
          </a:xfrm>
          <a:custGeom xmlns:a="http://schemas.openxmlformats.org/drawingml/2006/main">
            <a:pathLst>
              <a:path w="4429125" h="9525">
                <a:moveTo>
                  <a:pt x="0" y="0"/>
                </a:moveTo>
                <a:lnTo>
                  <a:pt x="110728" y="0"/>
                </a:lnTo>
                <a:lnTo>
                  <a:pt x="221456" y="0"/>
                </a:lnTo>
                <a:lnTo>
                  <a:pt x="332184" y="0"/>
                </a:lnTo>
                <a:lnTo>
                  <a:pt x="442913" y="0"/>
                </a:lnTo>
                <a:lnTo>
                  <a:pt x="553641" y="0"/>
                </a:lnTo>
                <a:lnTo>
                  <a:pt x="664369" y="0"/>
                </a:lnTo>
                <a:lnTo>
                  <a:pt x="775097" y="0"/>
                </a:lnTo>
                <a:lnTo>
                  <a:pt x="885825" y="0"/>
                </a:lnTo>
                <a:lnTo>
                  <a:pt x="996553" y="0"/>
                </a:lnTo>
                <a:lnTo>
                  <a:pt x="1107281" y="0"/>
                </a:lnTo>
                <a:lnTo>
                  <a:pt x="1218009" y="0"/>
                </a:lnTo>
                <a:lnTo>
                  <a:pt x="1328737" y="0"/>
                </a:lnTo>
                <a:lnTo>
                  <a:pt x="1439466" y="0"/>
                </a:lnTo>
                <a:lnTo>
                  <a:pt x="1550194" y="0"/>
                </a:lnTo>
                <a:lnTo>
                  <a:pt x="1660922" y="0"/>
                </a:lnTo>
                <a:lnTo>
                  <a:pt x="1771650" y="0"/>
                </a:lnTo>
                <a:lnTo>
                  <a:pt x="1882378" y="0"/>
                </a:lnTo>
                <a:lnTo>
                  <a:pt x="1993106" y="0"/>
                </a:lnTo>
                <a:lnTo>
                  <a:pt x="2103834" y="0"/>
                </a:lnTo>
                <a:lnTo>
                  <a:pt x="2214563" y="0"/>
                </a:lnTo>
                <a:lnTo>
                  <a:pt x="2325291" y="0"/>
                </a:lnTo>
                <a:lnTo>
                  <a:pt x="2436019" y="0"/>
                </a:lnTo>
                <a:lnTo>
                  <a:pt x="2546747" y="0"/>
                </a:lnTo>
                <a:lnTo>
                  <a:pt x="2657475" y="0"/>
                </a:lnTo>
                <a:lnTo>
                  <a:pt x="2768203" y="0"/>
                </a:lnTo>
                <a:lnTo>
                  <a:pt x="2878931" y="0"/>
                </a:lnTo>
                <a:lnTo>
                  <a:pt x="2989659" y="0"/>
                </a:lnTo>
                <a:lnTo>
                  <a:pt x="3100387" y="0"/>
                </a:lnTo>
                <a:lnTo>
                  <a:pt x="3211116" y="0"/>
                </a:lnTo>
                <a:lnTo>
                  <a:pt x="3321844" y="0"/>
                </a:lnTo>
                <a:lnTo>
                  <a:pt x="3432572" y="0"/>
                </a:lnTo>
                <a:lnTo>
                  <a:pt x="3543300" y="0"/>
                </a:lnTo>
                <a:lnTo>
                  <a:pt x="3654028" y="0"/>
                </a:lnTo>
                <a:lnTo>
                  <a:pt x="3764756" y="0"/>
                </a:lnTo>
                <a:lnTo>
                  <a:pt x="3875484" y="0"/>
                </a:lnTo>
                <a:lnTo>
                  <a:pt x="3986213" y="0"/>
                </a:lnTo>
                <a:lnTo>
                  <a:pt x="4096941" y="0"/>
                </a:lnTo>
                <a:lnTo>
                  <a:pt x="4207669" y="0"/>
                </a:lnTo>
                <a:lnTo>
                  <a:pt x="4318397" y="0"/>
                </a:lnTo>
                <a:lnTo>
                  <a:pt x="4429125" y="0"/>
                </a:lnTo>
              </a:path>
            </a:pathLst>
          </a:custGeom>
          <a:noFill xmlns:a="http://schemas.openxmlformats.org/drawingml/2006/main"/>
          <a:ln xmlns:a="http://schemas.openxmlformats.org/drawingml/2006/main" w="28575">
            <a:solidFill>
              <a:srgbClr val="79E6C5"/>
            </a:solidFill>
            <a:prstDash val="solid"/>
          </a:ln>
        </p:spPr>
      </p:sp>
      <p:sp>
        <p:nvSpPr>
          <p:cNvPr id="11" name="">
            <a:extLst xmlns:a="http://schemas.openxmlformats.org/drawingml/2006/main">
              <a:ext uri="{FF2B5EF4-FFF2-40B4-BE49-F238E27FC236}">
                <a16:creationId xmlns:a16="http://schemas.microsoft.com/office/drawing/2014/main" id="{4CC74C6B-7F87-437C-B0F0-587C7F5AE5B8}"/>
              </a:ext>
            </a:extLst>
          </p:cNvPr>
          <p:cNvSpPr>
            <a:spLocks xmlns:a="http://schemas.openxmlformats.org/drawingml/2006/main" noGrp="1"/>
          </p:cNvSpPr>
          <p:nvPr/>
        </p:nvSpPr>
        <p:spPr>
          <a:xfrm xmlns:a="http://schemas.openxmlformats.org/drawingml/2006/main">
            <a:off x="4762500" y="3781425"/>
            <a:ext cx="1924050" cy="190500"/>
          </a:xfrm>
          <a:custGeom xmlns:a="http://schemas.openxmlformats.org/drawingml/2006/main">
            <a:pathLst>
              <a:path w="1924050" h="190500">
                <a:moveTo>
                  <a:pt x="0" y="0"/>
                </a:moveTo>
                <a:lnTo>
                  <a:pt x="46174" y="351"/>
                </a:lnTo>
                <a:lnTo>
                  <a:pt x="90502" y="1381"/>
                </a:lnTo>
                <a:lnTo>
                  <a:pt x="133136" y="3054"/>
                </a:lnTo>
                <a:lnTo>
                  <a:pt x="174231" y="5334"/>
                </a:lnTo>
                <a:lnTo>
                  <a:pt x="213940" y="8186"/>
                </a:lnTo>
                <a:lnTo>
                  <a:pt x="252417" y="11573"/>
                </a:lnTo>
                <a:lnTo>
                  <a:pt x="289815" y="15460"/>
                </a:lnTo>
                <a:lnTo>
                  <a:pt x="326288" y="19812"/>
                </a:lnTo>
                <a:lnTo>
                  <a:pt x="361990" y="24592"/>
                </a:lnTo>
                <a:lnTo>
                  <a:pt x="397073" y="29766"/>
                </a:lnTo>
                <a:lnTo>
                  <a:pt x="431693" y="35296"/>
                </a:lnTo>
                <a:lnTo>
                  <a:pt x="466001" y="41148"/>
                </a:lnTo>
                <a:lnTo>
                  <a:pt x="500152" y="47286"/>
                </a:lnTo>
                <a:lnTo>
                  <a:pt x="534300" y="53673"/>
                </a:lnTo>
                <a:lnTo>
                  <a:pt x="568598" y="60275"/>
                </a:lnTo>
                <a:lnTo>
                  <a:pt x="603199" y="67056"/>
                </a:lnTo>
                <a:lnTo>
                  <a:pt x="638258" y="73979"/>
                </a:lnTo>
                <a:lnTo>
                  <a:pt x="673927" y="81010"/>
                </a:lnTo>
                <a:lnTo>
                  <a:pt x="710361" y="88112"/>
                </a:lnTo>
                <a:lnTo>
                  <a:pt x="747713" y="95250"/>
                </a:lnTo>
                <a:lnTo>
                  <a:pt x="786136" y="102388"/>
                </a:lnTo>
                <a:lnTo>
                  <a:pt x="825784" y="109490"/>
                </a:lnTo>
                <a:lnTo>
                  <a:pt x="866811" y="116521"/>
                </a:lnTo>
                <a:lnTo>
                  <a:pt x="909371" y="123444"/>
                </a:lnTo>
                <a:lnTo>
                  <a:pt x="953616" y="130225"/>
                </a:lnTo>
                <a:lnTo>
                  <a:pt x="999701" y="136827"/>
                </a:lnTo>
                <a:lnTo>
                  <a:pt x="1047779" y="143214"/>
                </a:lnTo>
                <a:lnTo>
                  <a:pt x="1098004" y="149352"/>
                </a:lnTo>
                <a:lnTo>
                  <a:pt x="1150529" y="155204"/>
                </a:lnTo>
                <a:lnTo>
                  <a:pt x="1205508" y="160734"/>
                </a:lnTo>
                <a:lnTo>
                  <a:pt x="1263094" y="165908"/>
                </a:lnTo>
                <a:lnTo>
                  <a:pt x="1323442" y="170688"/>
                </a:lnTo>
                <a:lnTo>
                  <a:pt x="1386704" y="175040"/>
                </a:lnTo>
                <a:lnTo>
                  <a:pt x="1453034" y="178927"/>
                </a:lnTo>
                <a:lnTo>
                  <a:pt x="1522586" y="182314"/>
                </a:lnTo>
                <a:lnTo>
                  <a:pt x="1595514" y="185166"/>
                </a:lnTo>
                <a:lnTo>
                  <a:pt x="1671970" y="187446"/>
                </a:lnTo>
                <a:lnTo>
                  <a:pt x="1752109" y="189119"/>
                </a:lnTo>
                <a:lnTo>
                  <a:pt x="1836085" y="190149"/>
                </a:lnTo>
                <a:lnTo>
                  <a:pt x="1924050" y="190500"/>
                </a:lnTo>
              </a:path>
            </a:pathLst>
          </a:custGeom>
          <a:noFill xmlns:a="http://schemas.openxmlformats.org/drawingml/2006/main"/>
          <a:ln xmlns:a="http://schemas.openxmlformats.org/drawingml/2006/main" w="28575">
            <a:solidFill>
              <a:srgbClr val="8ABDF7"/>
            </a:solidFill>
            <a:prstDash val="solid"/>
          </a:ln>
        </p:spPr>
      </p:sp>
      <p:sp>
        <p:nvSpPr>
          <p:cNvPr id="12" name="">
            <a:extLst xmlns:a="http://schemas.openxmlformats.org/drawingml/2006/main">
              <a:ext uri="{FF2B5EF4-FFF2-40B4-BE49-F238E27FC236}">
                <a16:creationId xmlns:a16="http://schemas.microsoft.com/office/drawing/2014/main" id="{4407AAA3-3DA2-4F6F-BC26-9F902826D930}"/>
              </a:ext>
            </a:extLst>
          </p:cNvPr>
          <p:cNvSpPr>
            <a:spLocks xmlns:a="http://schemas.openxmlformats.org/drawingml/2006/main" noGrp="1"/>
          </p:cNvSpPr>
          <p:nvPr/>
        </p:nvSpPr>
        <p:spPr>
          <a:xfrm xmlns:a="http://schemas.openxmlformats.org/drawingml/2006/main">
            <a:off x="6686550" y="3971925"/>
            <a:ext cx="4086225" cy="9525"/>
          </a:xfrm>
          <a:custGeom xmlns:a="http://schemas.openxmlformats.org/drawingml/2006/main">
            <a:pathLst>
              <a:path w="4086225" h="9525">
                <a:moveTo>
                  <a:pt x="0" y="0"/>
                </a:moveTo>
                <a:lnTo>
                  <a:pt x="102156" y="0"/>
                </a:lnTo>
                <a:lnTo>
                  <a:pt x="204311" y="0"/>
                </a:lnTo>
                <a:lnTo>
                  <a:pt x="306467" y="0"/>
                </a:lnTo>
                <a:lnTo>
                  <a:pt x="408623" y="0"/>
                </a:lnTo>
                <a:lnTo>
                  <a:pt x="510778" y="0"/>
                </a:lnTo>
                <a:lnTo>
                  <a:pt x="612934" y="0"/>
                </a:lnTo>
                <a:lnTo>
                  <a:pt x="715089" y="0"/>
                </a:lnTo>
                <a:lnTo>
                  <a:pt x="817245" y="0"/>
                </a:lnTo>
                <a:lnTo>
                  <a:pt x="919401" y="0"/>
                </a:lnTo>
                <a:lnTo>
                  <a:pt x="1021556" y="0"/>
                </a:lnTo>
                <a:lnTo>
                  <a:pt x="1123712" y="0"/>
                </a:lnTo>
                <a:lnTo>
                  <a:pt x="1225867" y="0"/>
                </a:lnTo>
                <a:lnTo>
                  <a:pt x="1328023" y="0"/>
                </a:lnTo>
                <a:lnTo>
                  <a:pt x="1430179" y="0"/>
                </a:lnTo>
                <a:lnTo>
                  <a:pt x="1532334" y="0"/>
                </a:lnTo>
                <a:lnTo>
                  <a:pt x="1634490" y="0"/>
                </a:lnTo>
                <a:lnTo>
                  <a:pt x="1736646" y="0"/>
                </a:lnTo>
                <a:lnTo>
                  <a:pt x="1838801" y="0"/>
                </a:lnTo>
                <a:lnTo>
                  <a:pt x="1940957" y="0"/>
                </a:lnTo>
                <a:lnTo>
                  <a:pt x="2043113" y="0"/>
                </a:lnTo>
                <a:lnTo>
                  <a:pt x="2145268" y="0"/>
                </a:lnTo>
                <a:lnTo>
                  <a:pt x="2247424" y="0"/>
                </a:lnTo>
                <a:lnTo>
                  <a:pt x="2349579" y="0"/>
                </a:lnTo>
                <a:lnTo>
                  <a:pt x="2451735" y="0"/>
                </a:lnTo>
                <a:lnTo>
                  <a:pt x="2553891" y="0"/>
                </a:lnTo>
                <a:lnTo>
                  <a:pt x="2656046" y="0"/>
                </a:lnTo>
                <a:lnTo>
                  <a:pt x="2758202" y="0"/>
                </a:lnTo>
                <a:lnTo>
                  <a:pt x="2860357" y="0"/>
                </a:lnTo>
                <a:lnTo>
                  <a:pt x="2962513" y="0"/>
                </a:lnTo>
                <a:lnTo>
                  <a:pt x="3064669" y="0"/>
                </a:lnTo>
                <a:lnTo>
                  <a:pt x="3166824" y="0"/>
                </a:lnTo>
                <a:lnTo>
                  <a:pt x="3268980" y="0"/>
                </a:lnTo>
                <a:lnTo>
                  <a:pt x="3371136" y="0"/>
                </a:lnTo>
                <a:lnTo>
                  <a:pt x="3473291" y="0"/>
                </a:lnTo>
                <a:lnTo>
                  <a:pt x="3575447" y="0"/>
                </a:lnTo>
                <a:lnTo>
                  <a:pt x="3677603" y="0"/>
                </a:lnTo>
                <a:lnTo>
                  <a:pt x="3779758" y="0"/>
                </a:lnTo>
                <a:lnTo>
                  <a:pt x="3881914" y="0"/>
                </a:lnTo>
                <a:lnTo>
                  <a:pt x="3984069" y="0"/>
                </a:lnTo>
                <a:lnTo>
                  <a:pt x="4086225" y="0"/>
                </a:lnTo>
              </a:path>
            </a:pathLst>
          </a:custGeom>
          <a:noFill xmlns:a="http://schemas.openxmlformats.org/drawingml/2006/main"/>
          <a:ln xmlns:a="http://schemas.openxmlformats.org/drawingml/2006/main" w="28575">
            <a:solidFill>
              <a:srgbClr val="8ABDF7"/>
            </a:solidFill>
            <a:prstDash val="solid"/>
          </a:ln>
        </p:spPr>
      </p:sp>
      <p:sp>
        <p:nvSpPr>
          <p:cNvPr id="13" name="">
            <a:extLst xmlns:a="http://schemas.openxmlformats.org/drawingml/2006/main">
              <a:ext uri="{FF2B5EF4-FFF2-40B4-BE49-F238E27FC236}">
                <a16:creationId xmlns:a16="http://schemas.microsoft.com/office/drawing/2014/main" id="{D6004975-7D5D-492A-A8D2-8218DBA7D8DC}"/>
              </a:ext>
            </a:extLst>
          </p:cNvPr>
          <p:cNvSpPr>
            <a:spLocks xmlns:a="http://schemas.openxmlformats.org/drawingml/2006/main" noGrp="1"/>
          </p:cNvSpPr>
          <p:nvPr/>
        </p:nvSpPr>
        <p:spPr>
          <a:xfrm xmlns:a="http://schemas.openxmlformats.org/drawingml/2006/main">
            <a:off x="4762500" y="3781425"/>
            <a:ext cx="1924050" cy="1495425"/>
          </a:xfrm>
          <a:custGeom xmlns:a="http://schemas.openxmlformats.org/drawingml/2006/main">
            <a:pathLst>
              <a:path w="1924050" h="1495425">
                <a:moveTo>
                  <a:pt x="0" y="0"/>
                </a:moveTo>
                <a:lnTo>
                  <a:pt x="39470" y="2757"/>
                </a:lnTo>
                <a:lnTo>
                  <a:pt x="77947" y="10842"/>
                </a:lnTo>
                <a:lnTo>
                  <a:pt x="115543" y="23974"/>
                </a:lnTo>
                <a:lnTo>
                  <a:pt x="152371" y="41872"/>
                </a:lnTo>
                <a:lnTo>
                  <a:pt x="188547" y="64257"/>
                </a:lnTo>
                <a:lnTo>
                  <a:pt x="224182" y="90847"/>
                </a:lnTo>
                <a:lnTo>
                  <a:pt x="259390" y="121363"/>
                </a:lnTo>
                <a:lnTo>
                  <a:pt x="294284" y="155524"/>
                </a:lnTo>
                <a:lnTo>
                  <a:pt x="328979" y="193050"/>
                </a:lnTo>
                <a:lnTo>
                  <a:pt x="363587" y="233660"/>
                </a:lnTo>
                <a:lnTo>
                  <a:pt x="398222" y="277074"/>
                </a:lnTo>
                <a:lnTo>
                  <a:pt x="432997" y="323012"/>
                </a:lnTo>
                <a:lnTo>
                  <a:pt x="468026" y="371193"/>
                </a:lnTo>
                <a:lnTo>
                  <a:pt x="503421" y="421336"/>
                </a:lnTo>
                <a:lnTo>
                  <a:pt x="539297" y="473162"/>
                </a:lnTo>
                <a:lnTo>
                  <a:pt x="575767" y="526390"/>
                </a:lnTo>
                <a:lnTo>
                  <a:pt x="612944" y="580739"/>
                </a:lnTo>
                <a:lnTo>
                  <a:pt x="650942" y="635929"/>
                </a:lnTo>
                <a:lnTo>
                  <a:pt x="689874" y="691681"/>
                </a:lnTo>
                <a:lnTo>
                  <a:pt x="729853" y="747713"/>
                </a:lnTo>
                <a:lnTo>
                  <a:pt x="770993" y="803744"/>
                </a:lnTo>
                <a:lnTo>
                  <a:pt x="813408" y="859496"/>
                </a:lnTo>
                <a:lnTo>
                  <a:pt x="857210" y="914686"/>
                </a:lnTo>
                <a:lnTo>
                  <a:pt x="902513" y="969035"/>
                </a:lnTo>
                <a:lnTo>
                  <a:pt x="949430" y="1022263"/>
                </a:lnTo>
                <a:lnTo>
                  <a:pt x="998076" y="1074089"/>
                </a:lnTo>
                <a:lnTo>
                  <a:pt x="1048563" y="1124232"/>
                </a:lnTo>
                <a:lnTo>
                  <a:pt x="1101004" y="1172413"/>
                </a:lnTo>
                <a:lnTo>
                  <a:pt x="1155514" y="1218351"/>
                </a:lnTo>
                <a:lnTo>
                  <a:pt x="1212205" y="1261765"/>
                </a:lnTo>
                <a:lnTo>
                  <a:pt x="1271191" y="1302375"/>
                </a:lnTo>
                <a:lnTo>
                  <a:pt x="1332586" y="1339901"/>
                </a:lnTo>
                <a:lnTo>
                  <a:pt x="1396502" y="1374062"/>
                </a:lnTo>
                <a:lnTo>
                  <a:pt x="1463053" y="1404578"/>
                </a:lnTo>
                <a:lnTo>
                  <a:pt x="1532353" y="1431168"/>
                </a:lnTo>
                <a:lnTo>
                  <a:pt x="1604515" y="1453553"/>
                </a:lnTo>
                <a:lnTo>
                  <a:pt x="1679652" y="1471451"/>
                </a:lnTo>
                <a:lnTo>
                  <a:pt x="1757878" y="1484583"/>
                </a:lnTo>
                <a:lnTo>
                  <a:pt x="1839306" y="1492668"/>
                </a:lnTo>
                <a:lnTo>
                  <a:pt x="1924050" y="1495425"/>
                </a:lnTo>
              </a:path>
            </a:pathLst>
          </a:custGeom>
          <a:noFill xmlns:a="http://schemas.openxmlformats.org/drawingml/2006/main"/>
          <a:ln xmlns:a="http://schemas.openxmlformats.org/drawingml/2006/main" w="28575">
            <a:solidFill>
              <a:srgbClr val="79E6C5"/>
            </a:solidFill>
            <a:prstDash val="solid"/>
          </a:ln>
        </p:spPr>
      </p:sp>
      <p:sp>
        <p:nvSpPr>
          <p:cNvPr id="14" name="">
            <a:extLst xmlns:a="http://schemas.openxmlformats.org/drawingml/2006/main">
              <a:ext uri="{FF2B5EF4-FFF2-40B4-BE49-F238E27FC236}">
                <a16:creationId xmlns:a16="http://schemas.microsoft.com/office/drawing/2014/main" id="{CADB460D-3E77-4301-B3AC-69868ABF94A6}"/>
              </a:ext>
            </a:extLst>
          </p:cNvPr>
          <p:cNvSpPr>
            <a:spLocks xmlns:a="http://schemas.openxmlformats.org/drawingml/2006/main" noGrp="1"/>
          </p:cNvSpPr>
          <p:nvPr/>
        </p:nvSpPr>
        <p:spPr>
          <a:xfrm xmlns:a="http://schemas.openxmlformats.org/drawingml/2006/main">
            <a:off x="6686550" y="5276850"/>
            <a:ext cx="4086225" cy="9525"/>
          </a:xfrm>
          <a:custGeom xmlns:a="http://schemas.openxmlformats.org/drawingml/2006/main">
            <a:pathLst>
              <a:path w="4086225" h="9525">
                <a:moveTo>
                  <a:pt x="0" y="0"/>
                </a:moveTo>
                <a:lnTo>
                  <a:pt x="102156" y="0"/>
                </a:lnTo>
                <a:lnTo>
                  <a:pt x="204311" y="0"/>
                </a:lnTo>
                <a:lnTo>
                  <a:pt x="306467" y="0"/>
                </a:lnTo>
                <a:lnTo>
                  <a:pt x="408623" y="0"/>
                </a:lnTo>
                <a:lnTo>
                  <a:pt x="510778" y="0"/>
                </a:lnTo>
                <a:lnTo>
                  <a:pt x="612934" y="0"/>
                </a:lnTo>
                <a:lnTo>
                  <a:pt x="715089" y="0"/>
                </a:lnTo>
                <a:lnTo>
                  <a:pt x="817245" y="0"/>
                </a:lnTo>
                <a:lnTo>
                  <a:pt x="919401" y="0"/>
                </a:lnTo>
                <a:lnTo>
                  <a:pt x="1021556" y="0"/>
                </a:lnTo>
                <a:lnTo>
                  <a:pt x="1123712" y="0"/>
                </a:lnTo>
                <a:lnTo>
                  <a:pt x="1225867" y="0"/>
                </a:lnTo>
                <a:lnTo>
                  <a:pt x="1328023" y="0"/>
                </a:lnTo>
                <a:lnTo>
                  <a:pt x="1430179" y="0"/>
                </a:lnTo>
                <a:lnTo>
                  <a:pt x="1532334" y="0"/>
                </a:lnTo>
                <a:lnTo>
                  <a:pt x="1634490" y="0"/>
                </a:lnTo>
                <a:lnTo>
                  <a:pt x="1736646" y="0"/>
                </a:lnTo>
                <a:lnTo>
                  <a:pt x="1838801" y="0"/>
                </a:lnTo>
                <a:lnTo>
                  <a:pt x="1940957" y="0"/>
                </a:lnTo>
                <a:lnTo>
                  <a:pt x="2043113" y="0"/>
                </a:lnTo>
                <a:lnTo>
                  <a:pt x="2145268" y="0"/>
                </a:lnTo>
                <a:lnTo>
                  <a:pt x="2247424" y="0"/>
                </a:lnTo>
                <a:lnTo>
                  <a:pt x="2349579" y="0"/>
                </a:lnTo>
                <a:lnTo>
                  <a:pt x="2451735" y="0"/>
                </a:lnTo>
                <a:lnTo>
                  <a:pt x="2553891" y="0"/>
                </a:lnTo>
                <a:lnTo>
                  <a:pt x="2656046" y="0"/>
                </a:lnTo>
                <a:lnTo>
                  <a:pt x="2758202" y="0"/>
                </a:lnTo>
                <a:lnTo>
                  <a:pt x="2860357" y="0"/>
                </a:lnTo>
                <a:lnTo>
                  <a:pt x="2962513" y="0"/>
                </a:lnTo>
                <a:lnTo>
                  <a:pt x="3064669" y="0"/>
                </a:lnTo>
                <a:lnTo>
                  <a:pt x="3166824" y="0"/>
                </a:lnTo>
                <a:lnTo>
                  <a:pt x="3268980" y="0"/>
                </a:lnTo>
                <a:lnTo>
                  <a:pt x="3371136" y="0"/>
                </a:lnTo>
                <a:lnTo>
                  <a:pt x="3473291" y="0"/>
                </a:lnTo>
                <a:lnTo>
                  <a:pt x="3575447" y="0"/>
                </a:lnTo>
                <a:lnTo>
                  <a:pt x="3677603" y="0"/>
                </a:lnTo>
                <a:lnTo>
                  <a:pt x="3779758" y="0"/>
                </a:lnTo>
                <a:lnTo>
                  <a:pt x="3881914" y="0"/>
                </a:lnTo>
                <a:lnTo>
                  <a:pt x="3984069" y="0"/>
                </a:lnTo>
                <a:lnTo>
                  <a:pt x="4086225" y="0"/>
                </a:lnTo>
              </a:path>
            </a:pathLst>
          </a:custGeom>
          <a:noFill xmlns:a="http://schemas.openxmlformats.org/drawingml/2006/main"/>
          <a:ln xmlns:a="http://schemas.openxmlformats.org/drawingml/2006/main" w="28575">
            <a:solidFill>
              <a:srgbClr val="79E6C5"/>
            </a:solidFill>
            <a:prstDash val="solid"/>
          </a:ln>
        </p:spPr>
      </p:sp>
      <p:sp>
        <p:nvSpPr>
          <p:cNvPr id="15" name="">
            <a:extLst xmlns:a="http://schemas.openxmlformats.org/drawingml/2006/main">
              <a:ext uri="{FF2B5EF4-FFF2-40B4-BE49-F238E27FC236}">
                <a16:creationId xmlns:a16="http://schemas.microsoft.com/office/drawing/2014/main" id="{263454EC-0555-43F4-A75C-C949B59E228C}"/>
              </a:ext>
            </a:extLst>
          </p:cNvPr>
          <p:cNvSpPr>
            <a:spLocks xmlns:a="http://schemas.openxmlformats.org/drawingml/2006/main" noGrp="1"/>
          </p:cNvSpPr>
          <p:nvPr/>
        </p:nvSpPr>
        <p:spPr>
          <a:xfrm xmlns:a="http://schemas.openxmlformats.org/drawingml/2006/main">
            <a:off x="4667250" y="3686175"/>
            <a:ext cx="190500" cy="190500"/>
          </a:xfrm>
          <a:prstGeom xmlns:a="http://schemas.openxmlformats.org/drawingml/2006/main" prst="ellipse">
            <a:avLst/>
          </a:prstGeom>
          <a:solidFill xmlns:a="http://schemas.openxmlformats.org/drawingml/2006/main">
            <a:srgbClr val="101E2A"/>
          </a:solidFill>
          <a:ln xmlns:a="http://schemas.openxmlformats.org/drawingml/2006/main" w="28575">
            <a:solidFill>
              <a:srgbClr val="F6F6F0"/>
            </a:solidFill>
            <a:prstDash val="solid"/>
          </a:ln>
        </p:spPr>
      </p:sp>
      <p:sp>
        <p:nvSpPr>
          <p:cNvPr id="16" name="">
            <a:extLst xmlns:a="http://schemas.openxmlformats.org/drawingml/2006/main">
              <a:ext uri="{FF2B5EF4-FFF2-40B4-BE49-F238E27FC236}">
                <a16:creationId xmlns:a16="http://schemas.microsoft.com/office/drawing/2014/main" id="{46E16A98-E5C7-4076-8581-DB5B4E902481}"/>
              </a:ext>
            </a:extLst>
          </p:cNvPr>
          <p:cNvSpPr>
            <a:spLocks xmlns:a="http://schemas.openxmlformats.org/drawingml/2006/main" noGrp="1"/>
          </p:cNvSpPr>
          <p:nvPr/>
        </p:nvSpPr>
        <p:spPr>
          <a:xfrm xmlns:a="http://schemas.openxmlformats.org/drawingml/2006/main">
            <a:off x="4533900" y="4010025"/>
            <a:ext cx="809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F6F6F0"/>
                </a:solidFill>
                <a:latin typeface="DejaVu Sans"/>
                <a:ea typeface="DejaVu Sans"/>
                <a:cs typeface="DejaVu Sans"/>
              </a:defRPr>
            </a:pPr>
            <a:r>
              <a:rPr sz="1650" b="0">
                <a:solidFill>
                  <a:srgbClr val="F6F6F0"/>
                </a:solidFill>
                <a:latin typeface="DejaVu Sans"/>
                <a:ea typeface="DejaVu Sans"/>
                <a:cs typeface="DejaVu Sans"/>
              </a:rPr>
              <a:t>You</a:t>
            </a:r>
          </a:p>
        </p:txBody>
      </p:sp>
      <p:sp>
        <p:nvSpPr>
          <p:cNvPr id="17" name="">
            <a:extLst xmlns:a="http://schemas.openxmlformats.org/drawingml/2006/main">
              <a:ext uri="{FF2B5EF4-FFF2-40B4-BE49-F238E27FC236}">
                <a16:creationId xmlns:a16="http://schemas.microsoft.com/office/drawing/2014/main" id="{54A35FAD-BEE8-4223-BAFE-E5F461D5227C}"/>
              </a:ext>
            </a:extLst>
          </p:cNvPr>
          <p:cNvSpPr>
            <a:spLocks xmlns:a="http://schemas.openxmlformats.org/drawingml/2006/main" noGrp="1"/>
          </p:cNvSpPr>
          <p:nvPr/>
        </p:nvSpPr>
        <p:spPr>
          <a:xfrm xmlns:a="http://schemas.openxmlformats.org/drawingml/2006/main">
            <a:off x="6067425" y="1866900"/>
            <a:ext cx="2819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9E6C5"/>
                </a:solidFill>
                <a:latin typeface="DejaVu Sans"/>
                <a:ea typeface="DejaVu Sans"/>
                <a:cs typeface="DejaVu Sans"/>
              </a:defRPr>
            </a:pPr>
            <a:r>
              <a:rPr sz="1875" b="1">
                <a:solidFill>
                  <a:srgbClr val="79E6C5"/>
                </a:solidFill>
                <a:latin typeface="DejaVu Sans"/>
                <a:ea typeface="DejaVu Sans"/>
                <a:cs typeface="DejaVu Sans"/>
              </a:rPr>
              <a:t>Registration</a:t>
            </a:r>
          </a:p>
        </p:txBody>
      </p:sp>
      <p:sp>
        <p:nvSpPr>
          <p:cNvPr id="18" name="">
            <a:extLst xmlns:a="http://schemas.openxmlformats.org/drawingml/2006/main">
              <a:ext uri="{FF2B5EF4-FFF2-40B4-BE49-F238E27FC236}">
                <a16:creationId xmlns:a16="http://schemas.microsoft.com/office/drawing/2014/main" id="{EABA0288-7C1B-4871-B5CF-291516FD17B3}"/>
              </a:ext>
            </a:extLst>
          </p:cNvPr>
          <p:cNvSpPr>
            <a:spLocks xmlns:a="http://schemas.openxmlformats.org/drawingml/2006/main" noGrp="1"/>
          </p:cNvSpPr>
          <p:nvPr/>
        </p:nvSpPr>
        <p:spPr>
          <a:xfrm xmlns:a="http://schemas.openxmlformats.org/drawingml/2006/main">
            <a:off x="6267450" y="2314575"/>
            <a:ext cx="152400" cy="152400"/>
          </a:xfrm>
          <a:prstGeom xmlns:a="http://schemas.openxmlformats.org/drawingml/2006/main" prst="ellipse">
            <a:avLst/>
          </a:prstGeom>
          <a:solidFill xmlns:a="http://schemas.openxmlformats.org/drawingml/2006/main">
            <a:srgbClr val="101E2A"/>
          </a:solidFill>
          <a:ln xmlns:a="http://schemas.openxmlformats.org/drawingml/2006/main" w="28575">
            <a:solidFill>
              <a:srgbClr val="79E6C5"/>
            </a:solidFill>
            <a:prstDash val="solid"/>
          </a:ln>
        </p:spPr>
      </p:sp>
      <p:sp>
        <p:nvSpPr>
          <p:cNvPr id="19" name="">
            <a:extLst xmlns:a="http://schemas.openxmlformats.org/drawingml/2006/main">
              <a:ext uri="{FF2B5EF4-FFF2-40B4-BE49-F238E27FC236}">
                <a16:creationId xmlns:a16="http://schemas.microsoft.com/office/drawing/2014/main" id="{D8CC9C7F-2F09-4149-B7D1-3BBE1EC74DF4}"/>
              </a:ext>
            </a:extLst>
          </p:cNvPr>
          <p:cNvSpPr>
            <a:spLocks xmlns:a="http://schemas.openxmlformats.org/drawingml/2006/main" noGrp="1"/>
          </p:cNvSpPr>
          <p:nvPr/>
        </p:nvSpPr>
        <p:spPr>
          <a:xfrm xmlns:a="http://schemas.openxmlformats.org/drawingml/2006/main">
            <a:off x="5495925" y="2552700"/>
            <a:ext cx="17811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6F0"/>
                </a:solidFill>
                <a:latin typeface="DejaVu Sans"/>
                <a:ea typeface="DejaVu Sans"/>
                <a:cs typeface="DejaVu Sans"/>
              </a:defRPr>
            </a:pPr>
            <a:r>
              <a:rPr sz="1575" b="0">
                <a:solidFill>
                  <a:srgbClr val="F6F6F0"/>
                </a:solidFill>
                <a:latin typeface="DejaVu Sans"/>
                <a:ea typeface="DejaVu Sans"/>
                <a:cs typeface="DejaVu Sans"/>
              </a:rPr>
              <a:t>Check permit</a:t>
            </a:r>
          </a:p>
        </p:txBody>
      </p:sp>
      <p:sp>
        <p:nvSpPr>
          <p:cNvPr id="20" name="">
            <a:extLst xmlns:a="http://schemas.openxmlformats.org/drawingml/2006/main">
              <a:ext uri="{FF2B5EF4-FFF2-40B4-BE49-F238E27FC236}">
                <a16:creationId xmlns:a16="http://schemas.microsoft.com/office/drawing/2014/main" id="{CA63E12A-F0C7-445A-AC70-87B547776BA0}"/>
              </a:ext>
            </a:extLst>
          </p:cNvPr>
          <p:cNvSpPr>
            <a:spLocks xmlns:a="http://schemas.openxmlformats.org/drawingml/2006/main" noGrp="1"/>
          </p:cNvSpPr>
          <p:nvPr/>
        </p:nvSpPr>
        <p:spPr>
          <a:xfrm xmlns:a="http://schemas.openxmlformats.org/drawingml/2006/main">
            <a:off x="8353425" y="2314575"/>
            <a:ext cx="152400" cy="152400"/>
          </a:xfrm>
          <a:prstGeom xmlns:a="http://schemas.openxmlformats.org/drawingml/2006/main" prst="ellipse">
            <a:avLst/>
          </a:prstGeom>
          <a:solidFill xmlns:a="http://schemas.openxmlformats.org/drawingml/2006/main">
            <a:srgbClr val="101E2A"/>
          </a:solidFill>
          <a:ln xmlns:a="http://schemas.openxmlformats.org/drawingml/2006/main" w="28575">
            <a:solidFill>
              <a:srgbClr val="79E6C5"/>
            </a:solidFill>
            <a:prstDash val="solid"/>
          </a:ln>
        </p:spPr>
      </p:sp>
      <p:sp>
        <p:nvSpPr>
          <p:cNvPr id="21" name="">
            <a:extLst xmlns:a="http://schemas.openxmlformats.org/drawingml/2006/main">
              <a:ext uri="{FF2B5EF4-FFF2-40B4-BE49-F238E27FC236}">
                <a16:creationId xmlns:a16="http://schemas.microsoft.com/office/drawing/2014/main" id="{BBD09D23-EF5B-4E6B-A239-7D3BE1C27D64}"/>
              </a:ext>
            </a:extLst>
          </p:cNvPr>
          <p:cNvSpPr>
            <a:spLocks xmlns:a="http://schemas.openxmlformats.org/drawingml/2006/main" noGrp="1"/>
          </p:cNvSpPr>
          <p:nvPr/>
        </p:nvSpPr>
        <p:spPr>
          <a:xfrm xmlns:a="http://schemas.openxmlformats.org/drawingml/2006/main">
            <a:off x="7581900" y="2552700"/>
            <a:ext cx="17811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6F0"/>
                </a:solidFill>
                <a:latin typeface="DejaVu Sans"/>
                <a:ea typeface="DejaVu Sans"/>
                <a:cs typeface="DejaVu Sans"/>
              </a:defRPr>
            </a:pPr>
            <a:r>
              <a:rPr sz="1575" b="0">
                <a:solidFill>
                  <a:srgbClr val="F6F6F0"/>
                </a:solidFill>
                <a:latin typeface="DejaVu Sans"/>
                <a:ea typeface="DejaVu Sans"/>
                <a:cs typeface="DejaVu Sans"/>
              </a:rPr>
              <a:t>Leave Nyon</a:t>
            </a:r>
          </a:p>
        </p:txBody>
      </p:sp>
      <p:sp>
        <p:nvSpPr>
          <p:cNvPr id="22" name="">
            <a:extLst xmlns:a="http://schemas.openxmlformats.org/drawingml/2006/main">
              <a:ext uri="{FF2B5EF4-FFF2-40B4-BE49-F238E27FC236}">
                <a16:creationId xmlns:a16="http://schemas.microsoft.com/office/drawing/2014/main" id="{5B53F995-FE43-4A56-B552-4992BC5FBAB9}"/>
              </a:ext>
            </a:extLst>
          </p:cNvPr>
          <p:cNvSpPr>
            <a:spLocks xmlns:a="http://schemas.openxmlformats.org/drawingml/2006/main" noGrp="1"/>
          </p:cNvSpPr>
          <p:nvPr/>
        </p:nvSpPr>
        <p:spPr>
          <a:xfrm xmlns:a="http://schemas.openxmlformats.org/drawingml/2006/main">
            <a:off x="10696575" y="2314575"/>
            <a:ext cx="152400" cy="152400"/>
          </a:xfrm>
          <a:prstGeom xmlns:a="http://schemas.openxmlformats.org/drawingml/2006/main" prst="ellipse">
            <a:avLst/>
          </a:prstGeom>
          <a:solidFill xmlns:a="http://schemas.openxmlformats.org/drawingml/2006/main">
            <a:srgbClr val="101E2A"/>
          </a:solidFill>
          <a:ln xmlns:a="http://schemas.openxmlformats.org/drawingml/2006/main" w="28575">
            <a:solidFill>
              <a:srgbClr val="79E6C5"/>
            </a:solidFill>
            <a:prstDash val="solid"/>
          </a:ln>
        </p:spPr>
      </p:sp>
      <p:sp>
        <p:nvSpPr>
          <p:cNvPr id="23" name="">
            <a:extLst xmlns:a="http://schemas.openxmlformats.org/drawingml/2006/main">
              <a:ext uri="{FF2B5EF4-FFF2-40B4-BE49-F238E27FC236}">
                <a16:creationId xmlns:a16="http://schemas.microsoft.com/office/drawing/2014/main" id="{35021955-8234-4235-A3BF-A8691FCF0C58}"/>
              </a:ext>
            </a:extLst>
          </p:cNvPr>
          <p:cNvSpPr>
            <a:spLocks xmlns:a="http://schemas.openxmlformats.org/drawingml/2006/main" noGrp="1"/>
          </p:cNvSpPr>
          <p:nvPr/>
        </p:nvSpPr>
        <p:spPr>
          <a:xfrm xmlns:a="http://schemas.openxmlformats.org/drawingml/2006/main">
            <a:off x="9925050" y="2552700"/>
            <a:ext cx="17811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6F0"/>
                </a:solidFill>
                <a:latin typeface="DejaVu Sans"/>
                <a:ea typeface="DejaVu Sans"/>
                <a:cs typeface="DejaVu Sans"/>
              </a:defRPr>
            </a:pPr>
            <a:r>
              <a:rPr sz="1575" b="0">
                <a:solidFill>
                  <a:srgbClr val="F6F6F0"/>
                </a:solidFill>
                <a:latin typeface="DejaVu Sans"/>
                <a:ea typeface="DejaVu Sans"/>
                <a:cs typeface="DejaVu Sans"/>
              </a:rPr>
              <a:t>Saint-Cergue</a:t>
            </a:r>
          </a:p>
        </p:txBody>
      </p:sp>
      <p:sp>
        <p:nvSpPr>
          <p:cNvPr id="24" name="">
            <a:extLst xmlns:a="http://schemas.openxmlformats.org/drawingml/2006/main">
              <a:ext uri="{FF2B5EF4-FFF2-40B4-BE49-F238E27FC236}">
                <a16:creationId xmlns:a16="http://schemas.microsoft.com/office/drawing/2014/main" id="{7AC6FC7E-A88F-4711-8170-9469E8C9D7EF}"/>
              </a:ext>
            </a:extLst>
          </p:cNvPr>
          <p:cNvSpPr>
            <a:spLocks xmlns:a="http://schemas.openxmlformats.org/drawingml/2006/main" noGrp="1"/>
          </p:cNvSpPr>
          <p:nvPr/>
        </p:nvSpPr>
        <p:spPr>
          <a:xfrm xmlns:a="http://schemas.openxmlformats.org/drawingml/2006/main">
            <a:off x="8429625" y="2390775"/>
            <a:ext cx="2343150" cy="723900"/>
          </a:xfrm>
          <a:custGeom xmlns:a="http://schemas.openxmlformats.org/drawingml/2006/main">
            <a:pathLst>
              <a:path w="2343150" h="723900">
                <a:moveTo>
                  <a:pt x="0" y="0"/>
                </a:moveTo>
                <a:lnTo>
                  <a:pt x="44614" y="1335"/>
                </a:lnTo>
                <a:lnTo>
                  <a:pt x="88518" y="5248"/>
                </a:lnTo>
                <a:lnTo>
                  <a:pt x="131826" y="11605"/>
                </a:lnTo>
                <a:lnTo>
                  <a:pt x="174650" y="20269"/>
                </a:lnTo>
                <a:lnTo>
                  <a:pt x="217103" y="31105"/>
                </a:lnTo>
                <a:lnTo>
                  <a:pt x="259297" y="43977"/>
                </a:lnTo>
                <a:lnTo>
                  <a:pt x="301344" y="58749"/>
                </a:lnTo>
                <a:lnTo>
                  <a:pt x="343357" y="75286"/>
                </a:lnTo>
                <a:lnTo>
                  <a:pt x="385449" y="93451"/>
                </a:lnTo>
                <a:lnTo>
                  <a:pt x="427732" y="113109"/>
                </a:lnTo>
                <a:lnTo>
                  <a:pt x="470319" y="134125"/>
                </a:lnTo>
                <a:lnTo>
                  <a:pt x="513321" y="156362"/>
                </a:lnTo>
                <a:lnTo>
                  <a:pt x="556853" y="179686"/>
                </a:lnTo>
                <a:lnTo>
                  <a:pt x="601025" y="203959"/>
                </a:lnTo>
                <a:lnTo>
                  <a:pt x="645951" y="229046"/>
                </a:lnTo>
                <a:lnTo>
                  <a:pt x="691744" y="254813"/>
                </a:lnTo>
                <a:lnTo>
                  <a:pt x="738515" y="281122"/>
                </a:lnTo>
                <a:lnTo>
                  <a:pt x="786377" y="307838"/>
                </a:lnTo>
                <a:lnTo>
                  <a:pt x="835443" y="334826"/>
                </a:lnTo>
                <a:lnTo>
                  <a:pt x="885825" y="361950"/>
                </a:lnTo>
                <a:lnTo>
                  <a:pt x="937636" y="389074"/>
                </a:lnTo>
                <a:lnTo>
                  <a:pt x="990988" y="416062"/>
                </a:lnTo>
                <a:lnTo>
                  <a:pt x="1045994" y="442778"/>
                </a:lnTo>
                <a:lnTo>
                  <a:pt x="1102766" y="469087"/>
                </a:lnTo>
                <a:lnTo>
                  <a:pt x="1161417" y="494854"/>
                </a:lnTo>
                <a:lnTo>
                  <a:pt x="1222060" y="519941"/>
                </a:lnTo>
                <a:lnTo>
                  <a:pt x="1284806" y="544214"/>
                </a:lnTo>
                <a:lnTo>
                  <a:pt x="1349769" y="567538"/>
                </a:lnTo>
                <a:lnTo>
                  <a:pt x="1417060" y="589775"/>
                </a:lnTo>
                <a:lnTo>
                  <a:pt x="1486793" y="610791"/>
                </a:lnTo>
                <a:lnTo>
                  <a:pt x="1559080" y="630449"/>
                </a:lnTo>
                <a:lnTo>
                  <a:pt x="1634033" y="648614"/>
                </a:lnTo>
                <a:lnTo>
                  <a:pt x="1711765" y="665151"/>
                </a:lnTo>
                <a:lnTo>
                  <a:pt x="1792388" y="679923"/>
                </a:lnTo>
                <a:lnTo>
                  <a:pt x="1876016" y="692795"/>
                </a:lnTo>
                <a:lnTo>
                  <a:pt x="1962760" y="703631"/>
                </a:lnTo>
                <a:lnTo>
                  <a:pt x="2052732" y="712295"/>
                </a:lnTo>
                <a:lnTo>
                  <a:pt x="2146047" y="718652"/>
                </a:lnTo>
                <a:lnTo>
                  <a:pt x="2242815" y="722565"/>
                </a:lnTo>
                <a:lnTo>
                  <a:pt x="2343150" y="723900"/>
                </a:lnTo>
              </a:path>
            </a:pathLst>
          </a:custGeom>
          <a:noFill xmlns:a="http://schemas.openxmlformats.org/drawingml/2006/main"/>
          <a:ln xmlns:a="http://schemas.openxmlformats.org/drawingml/2006/main" w="28575">
            <a:solidFill>
              <a:srgbClr val="FFCD6B"/>
            </a:solidFill>
            <a:prstDash val="dash"/>
          </a:ln>
        </p:spPr>
      </p:sp>
      <p:sp>
        <p:nvSpPr>
          <p:cNvPr id="25" name="">
            <a:extLst xmlns:a="http://schemas.openxmlformats.org/drawingml/2006/main">
              <a:ext uri="{FF2B5EF4-FFF2-40B4-BE49-F238E27FC236}">
                <a16:creationId xmlns:a16="http://schemas.microsoft.com/office/drawing/2014/main" id="{5E441526-393F-4975-8507-A69698B37D3D}"/>
              </a:ext>
            </a:extLst>
          </p:cNvPr>
          <p:cNvSpPr>
            <a:spLocks xmlns:a="http://schemas.openxmlformats.org/drawingml/2006/main" noGrp="1"/>
          </p:cNvSpPr>
          <p:nvPr/>
        </p:nvSpPr>
        <p:spPr>
          <a:xfrm xmlns:a="http://schemas.openxmlformats.org/drawingml/2006/main">
            <a:off x="10696575" y="3038475"/>
            <a:ext cx="152400" cy="152400"/>
          </a:xfrm>
          <a:prstGeom xmlns:a="http://schemas.openxmlformats.org/drawingml/2006/main" prst="ellipse">
            <a:avLst/>
          </a:prstGeom>
          <a:solidFill xmlns:a="http://schemas.openxmlformats.org/drawingml/2006/main">
            <a:srgbClr val="101E2A"/>
          </a:solidFill>
          <a:ln xmlns:a="http://schemas.openxmlformats.org/drawingml/2006/main" w="28575">
            <a:solidFill>
              <a:srgbClr val="FFCD6B"/>
            </a:solidFill>
            <a:prstDash val="solid"/>
          </a:ln>
        </p:spPr>
      </p:sp>
      <p:sp>
        <p:nvSpPr>
          <p:cNvPr id="26" name="">
            <a:extLst xmlns:a="http://schemas.openxmlformats.org/drawingml/2006/main">
              <a:ext uri="{FF2B5EF4-FFF2-40B4-BE49-F238E27FC236}">
                <a16:creationId xmlns:a16="http://schemas.microsoft.com/office/drawing/2014/main" id="{230D6969-F301-4386-AE24-4AE0DC0F7DBC}"/>
              </a:ext>
            </a:extLst>
          </p:cNvPr>
          <p:cNvSpPr>
            <a:spLocks xmlns:a="http://schemas.openxmlformats.org/drawingml/2006/main" noGrp="1"/>
          </p:cNvSpPr>
          <p:nvPr/>
        </p:nvSpPr>
        <p:spPr>
          <a:xfrm xmlns:a="http://schemas.openxmlformats.org/drawingml/2006/main">
            <a:off x="10296525" y="3286125"/>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CD6B"/>
                </a:solidFill>
                <a:latin typeface="DejaVu Sans"/>
                <a:ea typeface="DejaVu Sans"/>
                <a:cs typeface="DejaVu Sans"/>
              </a:defRPr>
            </a:pPr>
            <a:r>
              <a:rPr sz="1725" b="1">
                <a:solidFill>
                  <a:srgbClr val="FFCD6B"/>
                </a:solidFill>
                <a:latin typeface="DejaVu Sans"/>
                <a:ea typeface="DejaVu Sans"/>
                <a:cs typeface="DejaVu Sans"/>
              </a:rPr>
              <a:t>Gland</a:t>
            </a:r>
          </a:p>
        </p:txBody>
      </p:sp>
      <p:sp>
        <p:nvSpPr>
          <p:cNvPr id="27" name="">
            <a:extLst xmlns:a="http://schemas.openxmlformats.org/drawingml/2006/main">
              <a:ext uri="{FF2B5EF4-FFF2-40B4-BE49-F238E27FC236}">
                <a16:creationId xmlns:a16="http://schemas.microsoft.com/office/drawing/2014/main" id="{3C63C413-2623-4E84-885F-0BE0E8BC156F}"/>
              </a:ext>
            </a:extLst>
          </p:cNvPr>
          <p:cNvSpPr>
            <a:spLocks xmlns:a="http://schemas.openxmlformats.org/drawingml/2006/main" noGrp="1"/>
          </p:cNvSpPr>
          <p:nvPr/>
        </p:nvSpPr>
        <p:spPr>
          <a:xfrm xmlns:a="http://schemas.openxmlformats.org/drawingml/2006/main">
            <a:off x="6219825" y="3400425"/>
            <a:ext cx="22193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ABDF7"/>
                </a:solidFill>
                <a:latin typeface="DejaVu Sans"/>
                <a:ea typeface="DejaVu Sans"/>
                <a:cs typeface="DejaVu Sans"/>
              </a:defRPr>
            </a:pPr>
            <a:r>
              <a:rPr sz="1875" b="1">
                <a:solidFill>
                  <a:srgbClr val="8ABDF7"/>
                </a:solidFill>
                <a:latin typeface="DejaVu Sans"/>
                <a:ea typeface="DejaVu Sans"/>
                <a:cs typeface="DejaVu Sans"/>
              </a:rPr>
              <a:t>School</a:t>
            </a:r>
          </a:p>
        </p:txBody>
      </p:sp>
      <p:sp>
        <p:nvSpPr>
          <p:cNvPr id="28" name="">
            <a:extLst xmlns:a="http://schemas.openxmlformats.org/drawingml/2006/main">
              <a:ext uri="{FF2B5EF4-FFF2-40B4-BE49-F238E27FC236}">
                <a16:creationId xmlns:a16="http://schemas.microsoft.com/office/drawing/2014/main" id="{B1F730B9-A1A5-4269-888A-80218A5709C5}"/>
              </a:ext>
            </a:extLst>
          </p:cNvPr>
          <p:cNvSpPr>
            <a:spLocks xmlns:a="http://schemas.openxmlformats.org/drawingml/2006/main" noGrp="1"/>
          </p:cNvSpPr>
          <p:nvPr/>
        </p:nvSpPr>
        <p:spPr>
          <a:xfrm xmlns:a="http://schemas.openxmlformats.org/drawingml/2006/main">
            <a:off x="6696075" y="3895725"/>
            <a:ext cx="152400" cy="152400"/>
          </a:xfrm>
          <a:prstGeom xmlns:a="http://schemas.openxmlformats.org/drawingml/2006/main" prst="ellipse">
            <a:avLst/>
          </a:prstGeom>
          <a:solidFill xmlns:a="http://schemas.openxmlformats.org/drawingml/2006/main">
            <a:srgbClr val="101E2A"/>
          </a:solidFill>
          <a:ln xmlns:a="http://schemas.openxmlformats.org/drawingml/2006/main" w="28575">
            <a:solidFill>
              <a:srgbClr val="8ABDF7"/>
            </a:solidFill>
            <a:prstDash val="solid"/>
          </a:ln>
        </p:spPr>
      </p:sp>
      <p:sp>
        <p:nvSpPr>
          <p:cNvPr id="29" name="">
            <a:extLst xmlns:a="http://schemas.openxmlformats.org/drawingml/2006/main">
              <a:ext uri="{FF2B5EF4-FFF2-40B4-BE49-F238E27FC236}">
                <a16:creationId xmlns:a16="http://schemas.microsoft.com/office/drawing/2014/main" id="{45EE69AA-13E0-4ACE-AF4C-25E716C8DCAE}"/>
              </a:ext>
            </a:extLst>
          </p:cNvPr>
          <p:cNvSpPr>
            <a:spLocks xmlns:a="http://schemas.openxmlformats.org/drawingml/2006/main" noGrp="1"/>
          </p:cNvSpPr>
          <p:nvPr/>
        </p:nvSpPr>
        <p:spPr>
          <a:xfrm xmlns:a="http://schemas.openxmlformats.org/drawingml/2006/main">
            <a:off x="9848850" y="3819525"/>
            <a:ext cx="304800" cy="304800"/>
          </a:xfrm>
          <a:prstGeom xmlns:a="http://schemas.openxmlformats.org/drawingml/2006/main" prst="ellipse">
            <a:avLst/>
          </a:prstGeom>
          <a:solidFill xmlns:a="http://schemas.openxmlformats.org/drawingml/2006/main">
            <a:srgbClr val="101E2A"/>
          </a:solidFill>
          <a:ln xmlns:a="http://schemas.openxmlformats.org/drawingml/2006/main" w="28575">
            <a:solidFill>
              <a:srgbClr val="8ABDF7"/>
            </a:solidFill>
            <a:prstDash val="solid"/>
          </a:ln>
        </p:spPr>
      </p:sp>
      <p:sp>
        <p:nvSpPr>
          <p:cNvPr id="30" name="">
            <a:extLst xmlns:a="http://schemas.openxmlformats.org/drawingml/2006/main">
              <a:ext uri="{FF2B5EF4-FFF2-40B4-BE49-F238E27FC236}">
                <a16:creationId xmlns:a16="http://schemas.microsoft.com/office/drawing/2014/main" id="{8D8114F6-2D9E-4DD9-8A36-8B64D6722C61}"/>
              </a:ext>
            </a:extLst>
          </p:cNvPr>
          <p:cNvSpPr>
            <a:spLocks xmlns:a="http://schemas.openxmlformats.org/drawingml/2006/main" noGrp="1"/>
          </p:cNvSpPr>
          <p:nvPr/>
        </p:nvSpPr>
        <p:spPr>
          <a:xfrm xmlns:a="http://schemas.openxmlformats.org/drawingml/2006/main">
            <a:off x="9877425" y="3790950"/>
            <a:ext cx="304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ABDF7"/>
                </a:solidFill>
                <a:latin typeface="DejaVu Sans"/>
                <a:ea typeface="DejaVu Sans"/>
                <a:cs typeface="DejaVu Sans"/>
              </a:defRPr>
            </a:pPr>
            <a:r>
              <a:rPr sz="1800" b="1">
                <a:solidFill>
                  <a:srgbClr val="8ABDF7"/>
                </a:solidFill>
                <a:latin typeface="DejaVu Sans"/>
                <a:ea typeface="DejaVu Sans"/>
                <a:cs typeface="DejaVu Sans"/>
              </a:rPr>
              <a:t>?</a:t>
            </a:r>
          </a:p>
        </p:txBody>
      </p:sp>
      <p:sp>
        <p:nvSpPr>
          <p:cNvPr id="31" name="">
            <a:extLst xmlns:a="http://schemas.openxmlformats.org/drawingml/2006/main">
              <a:ext uri="{FF2B5EF4-FFF2-40B4-BE49-F238E27FC236}">
                <a16:creationId xmlns:a16="http://schemas.microsoft.com/office/drawing/2014/main" id="{32850308-52AE-4EF3-902F-DAD0212EC078}"/>
              </a:ext>
            </a:extLst>
          </p:cNvPr>
          <p:cNvSpPr>
            <a:spLocks xmlns:a="http://schemas.openxmlformats.org/drawingml/2006/main" noGrp="1"/>
          </p:cNvSpPr>
          <p:nvPr/>
        </p:nvSpPr>
        <p:spPr>
          <a:xfrm xmlns:a="http://schemas.openxmlformats.org/drawingml/2006/main">
            <a:off x="5962650" y="4171950"/>
            <a:ext cx="2095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6F0"/>
                </a:solidFill>
                <a:latin typeface="DejaVu Sans"/>
                <a:ea typeface="DejaVu Sans"/>
                <a:cs typeface="DejaVu Sans"/>
              </a:defRPr>
            </a:pPr>
            <a:r>
              <a:rPr sz="1575" b="0">
                <a:solidFill>
                  <a:srgbClr val="F6F6F0"/>
                </a:solidFill>
                <a:latin typeface="DejaVu Sans"/>
                <a:ea typeface="DejaVu Sans"/>
                <a:cs typeface="DejaVu Sans"/>
              </a:rPr>
              <a:t>Contact school</a:t>
            </a:r>
          </a:p>
        </p:txBody>
      </p:sp>
      <p:sp>
        <p:nvSpPr>
          <p:cNvPr id="32" name="">
            <a:extLst xmlns:a="http://schemas.openxmlformats.org/drawingml/2006/main">
              <a:ext uri="{FF2B5EF4-FFF2-40B4-BE49-F238E27FC236}">
                <a16:creationId xmlns:a16="http://schemas.microsoft.com/office/drawing/2014/main" id="{B94273E8-0956-4FA9-ADBE-85A5255F1FB6}"/>
              </a:ext>
            </a:extLst>
          </p:cNvPr>
          <p:cNvSpPr>
            <a:spLocks xmlns:a="http://schemas.openxmlformats.org/drawingml/2006/main" noGrp="1"/>
          </p:cNvSpPr>
          <p:nvPr/>
        </p:nvSpPr>
        <p:spPr>
          <a:xfrm xmlns:a="http://schemas.openxmlformats.org/drawingml/2006/main">
            <a:off x="9134475" y="4219575"/>
            <a:ext cx="22955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6F0"/>
                </a:solidFill>
                <a:latin typeface="DejaVu Sans"/>
                <a:ea typeface="DejaVu Sans"/>
                <a:cs typeface="DejaVu Sans"/>
              </a:defRPr>
            </a:pPr>
            <a:r>
              <a:rPr sz="1575" b="0">
                <a:solidFill>
                  <a:srgbClr val="F6F6F0"/>
                </a:solidFill>
                <a:latin typeface="DejaVu Sans"/>
                <a:ea typeface="DejaVu Sans"/>
                <a:cs typeface="DejaVu Sans"/>
              </a:rPr>
              <a:t>Which school?</a:t>
            </a:r>
          </a:p>
        </p:txBody>
      </p:sp>
      <p:sp>
        <p:nvSpPr>
          <p:cNvPr id="33" name="">
            <a:extLst xmlns:a="http://schemas.openxmlformats.org/drawingml/2006/main">
              <a:ext uri="{FF2B5EF4-FFF2-40B4-BE49-F238E27FC236}">
                <a16:creationId xmlns:a16="http://schemas.microsoft.com/office/drawing/2014/main" id="{F39CA508-A5BE-44CB-BD16-D7D7EA9D100A}"/>
              </a:ext>
            </a:extLst>
          </p:cNvPr>
          <p:cNvSpPr>
            <a:spLocks xmlns:a="http://schemas.openxmlformats.org/drawingml/2006/main" noGrp="1"/>
          </p:cNvSpPr>
          <p:nvPr/>
        </p:nvSpPr>
        <p:spPr>
          <a:xfrm xmlns:a="http://schemas.openxmlformats.org/drawingml/2006/main">
            <a:off x="6219825" y="4714875"/>
            <a:ext cx="2428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9E6C5"/>
                </a:solidFill>
                <a:latin typeface="DejaVu Sans"/>
                <a:ea typeface="DejaVu Sans"/>
                <a:cs typeface="DejaVu Sans"/>
              </a:defRPr>
            </a:pPr>
            <a:r>
              <a:rPr sz="1875" b="1">
                <a:solidFill>
                  <a:srgbClr val="79E6C5"/>
                </a:solidFill>
                <a:latin typeface="DejaVu Sans"/>
                <a:ea typeface="DejaVu Sans"/>
                <a:cs typeface="DejaVu Sans"/>
              </a:rPr>
              <a:t>Transport</a:t>
            </a:r>
          </a:p>
        </p:txBody>
      </p:sp>
      <p:sp>
        <p:nvSpPr>
          <p:cNvPr id="34" name="">
            <a:extLst xmlns:a="http://schemas.openxmlformats.org/drawingml/2006/main">
              <a:ext uri="{FF2B5EF4-FFF2-40B4-BE49-F238E27FC236}">
                <a16:creationId xmlns:a16="http://schemas.microsoft.com/office/drawing/2014/main" id="{898C5409-4F21-4B6B-BA33-03C0F5E97F58}"/>
              </a:ext>
            </a:extLst>
          </p:cNvPr>
          <p:cNvSpPr>
            <a:spLocks xmlns:a="http://schemas.openxmlformats.org/drawingml/2006/main" noGrp="1"/>
          </p:cNvSpPr>
          <p:nvPr/>
        </p:nvSpPr>
        <p:spPr>
          <a:xfrm xmlns:a="http://schemas.openxmlformats.org/drawingml/2006/main">
            <a:off x="6696075" y="5200650"/>
            <a:ext cx="152400" cy="152400"/>
          </a:xfrm>
          <a:prstGeom xmlns:a="http://schemas.openxmlformats.org/drawingml/2006/main" prst="ellipse">
            <a:avLst/>
          </a:prstGeom>
          <a:solidFill xmlns:a="http://schemas.openxmlformats.org/drawingml/2006/main">
            <a:srgbClr val="101E2A"/>
          </a:solidFill>
          <a:ln xmlns:a="http://schemas.openxmlformats.org/drawingml/2006/main" w="28575">
            <a:solidFill>
              <a:srgbClr val="79E6C5"/>
            </a:solidFill>
            <a:prstDash val="solid"/>
          </a:ln>
        </p:spPr>
      </p:sp>
      <p:sp>
        <p:nvSpPr>
          <p:cNvPr id="35" name="">
            <a:extLst xmlns:a="http://schemas.openxmlformats.org/drawingml/2006/main">
              <a:ext uri="{FF2B5EF4-FFF2-40B4-BE49-F238E27FC236}">
                <a16:creationId xmlns:a16="http://schemas.microsoft.com/office/drawing/2014/main" id="{DF4FE84E-F133-4760-8555-0DA2AFA9D6F0}"/>
              </a:ext>
            </a:extLst>
          </p:cNvPr>
          <p:cNvSpPr>
            <a:spLocks xmlns:a="http://schemas.openxmlformats.org/drawingml/2006/main" noGrp="1"/>
          </p:cNvSpPr>
          <p:nvPr/>
        </p:nvSpPr>
        <p:spPr>
          <a:xfrm xmlns:a="http://schemas.openxmlformats.org/drawingml/2006/main">
            <a:off x="9925050" y="5200650"/>
            <a:ext cx="152400" cy="152400"/>
          </a:xfrm>
          <a:prstGeom xmlns:a="http://schemas.openxmlformats.org/drawingml/2006/main" prst="ellipse">
            <a:avLst/>
          </a:prstGeom>
          <a:solidFill xmlns:a="http://schemas.openxmlformats.org/drawingml/2006/main">
            <a:srgbClr val="101E2A"/>
          </a:solidFill>
          <a:ln xmlns:a="http://schemas.openxmlformats.org/drawingml/2006/main" w="28575">
            <a:solidFill>
              <a:srgbClr val="79E6C5"/>
            </a:solidFill>
            <a:prstDash val="solid"/>
          </a:ln>
        </p:spPr>
      </p:sp>
      <p:sp>
        <p:nvSpPr>
          <p:cNvPr id="36" name="">
            <a:extLst xmlns:a="http://schemas.openxmlformats.org/drawingml/2006/main">
              <a:ext uri="{FF2B5EF4-FFF2-40B4-BE49-F238E27FC236}">
                <a16:creationId xmlns:a16="http://schemas.microsoft.com/office/drawing/2014/main" id="{3C44B814-41B0-45B2-9425-7A976C49C601}"/>
              </a:ext>
            </a:extLst>
          </p:cNvPr>
          <p:cNvSpPr>
            <a:spLocks xmlns:a="http://schemas.openxmlformats.org/drawingml/2006/main" noGrp="1"/>
          </p:cNvSpPr>
          <p:nvPr/>
        </p:nvSpPr>
        <p:spPr>
          <a:xfrm xmlns:a="http://schemas.openxmlformats.org/drawingml/2006/main">
            <a:off x="6172200" y="5476875"/>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6F0"/>
                </a:solidFill>
                <a:latin typeface="DejaVu Sans"/>
                <a:ea typeface="DejaVu Sans"/>
                <a:cs typeface="DejaVu Sans"/>
              </a:defRPr>
            </a:pPr>
            <a:r>
              <a:rPr sz="1575" b="0">
                <a:solidFill>
                  <a:srgbClr val="F6F6F0"/>
                </a:solidFill>
                <a:latin typeface="DejaVu Sans"/>
                <a:ea typeface="DejaVu Sans"/>
                <a:cs typeface="DejaVu Sans"/>
              </a:rPr>
              <a:t>Find route</a:t>
            </a:r>
          </a:p>
        </p:txBody>
      </p:sp>
      <p:sp>
        <p:nvSpPr>
          <p:cNvPr id="37" name="">
            <a:extLst xmlns:a="http://schemas.openxmlformats.org/drawingml/2006/main">
              <a:ext uri="{FF2B5EF4-FFF2-40B4-BE49-F238E27FC236}">
                <a16:creationId xmlns:a16="http://schemas.microsoft.com/office/drawing/2014/main" id="{1CC2FC69-7033-413E-BB36-71661140548F}"/>
              </a:ext>
            </a:extLst>
          </p:cNvPr>
          <p:cNvSpPr>
            <a:spLocks xmlns:a="http://schemas.openxmlformats.org/drawingml/2006/main" noGrp="1"/>
          </p:cNvSpPr>
          <p:nvPr/>
        </p:nvSpPr>
        <p:spPr>
          <a:xfrm xmlns:a="http://schemas.openxmlformats.org/drawingml/2006/main">
            <a:off x="9286875" y="5476875"/>
            <a:ext cx="1971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6F0"/>
                </a:solidFill>
                <a:latin typeface="DejaVu Sans"/>
                <a:ea typeface="DejaVu Sans"/>
                <a:cs typeface="DejaVu Sans"/>
              </a:defRPr>
            </a:pPr>
            <a:r>
              <a:rPr sz="1575" b="0">
                <a:solidFill>
                  <a:srgbClr val="F6F6F0"/>
                </a:solidFill>
                <a:latin typeface="DejaVu Sans"/>
                <a:ea typeface="DejaVu Sans"/>
                <a:cs typeface="DejaVu Sans"/>
              </a:rPr>
              <a:t>Check fare</a:t>
            </a:r>
          </a:p>
        </p:txBody>
      </p:sp>
      <p:sp>
        <p:nvSpPr>
          <p:cNvPr id="38" name="">
            <a:extLst xmlns:a="http://schemas.openxmlformats.org/drawingml/2006/main">
              <a:ext uri="{FF2B5EF4-FFF2-40B4-BE49-F238E27FC236}">
                <a16:creationId xmlns:a16="http://schemas.microsoft.com/office/drawing/2014/main" id="{3D1910DA-C67F-467B-B07B-3268CEE57324}"/>
              </a:ext>
            </a:extLst>
          </p:cNvPr>
          <p:cNvSpPr>
            <a:spLocks xmlns:a="http://schemas.openxmlformats.org/drawingml/2006/main" noGrp="1"/>
          </p:cNvSpPr>
          <p:nvPr/>
        </p:nvSpPr>
        <p:spPr>
          <a:xfrm xmlns:a="http://schemas.openxmlformats.org/drawingml/2006/main">
            <a:off x="666750" y="64293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DCED9"/>
                </a:solidFill>
                <a:latin typeface="DejaVu Sans"/>
                <a:ea typeface="DejaVu Sans"/>
                <a:cs typeface="DejaVu Sans"/>
              </a:defRPr>
            </a:pPr>
            <a:r>
              <a:rPr sz="1425" b="0">
                <a:solidFill>
                  <a:srgbClr val="BDCED9"/>
                </a:solidFill>
                <a:latin typeface="DejaVu Sans"/>
                <a:ea typeface="DejaVu Sans"/>
                <a:cs typeface="DejaVu Sans"/>
              </a:rPr>
              <a:t>AI proposes the paths. Source links and gaps stay visible. Commune review is still pending.</a:t>
            </a:r>
          </a:p>
        </p:txBody>
      </p:sp>
    </p:spTree>
    <p:extLst>
      <p:ext uri="{BB962C8B-B14F-4D97-AF65-F5344CB8AC3E}">
        <p14:creationId xmlns:p14="http://schemas.microsoft.com/office/powerpoint/2010/main" val="74599921"/>
      </p:ext>
    </p:extLst>
  </p:cSld>
</p:sld>
</file>

<file path=ppt/slides/slide3.xml><?xml version="1.0" encoding="utf-8"?>
<p:sld xmlns:p="http://schemas.openxmlformats.org/presentationml/2006/main">
  <p:cSld>
    <p:bg>
      <p:bgPr>
        <a:solidFill xmlns:a="http://schemas.openxmlformats.org/drawingml/2006/main">
          <a:srgbClr val="101E2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8F97D48-AA18-410C-9727-BCC021289006}"/>
              </a:ext>
            </a:extLst>
          </p:cNvPr>
          <p:cNvSpPr>
            <a:spLocks xmlns:a="http://schemas.openxmlformats.org/drawingml/2006/main" noGrp="1"/>
          </p:cNvSpPr>
          <p:nvPr/>
        </p:nvSpPr>
        <p:spPr>
          <a:xfrm xmlns:a="http://schemas.openxmlformats.org/drawingml/2006/main">
            <a:off x="62865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0"/>
                </a:solidFill>
                <a:latin typeface="DejaVu Sans"/>
                <a:ea typeface="DejaVu Sans"/>
                <a:cs typeface="DejaVu Sans"/>
              </a:defRPr>
            </a:pPr>
            <a:r>
              <a:rPr sz="3600" b="1">
                <a:solidFill>
                  <a:srgbClr val="F6F6F0"/>
                </a:solidFill>
                <a:latin typeface="DejaVu Sans"/>
                <a:ea typeface="DejaVu Sans"/>
                <a:cs typeface="DejaVu Sans"/>
              </a:rPr>
              <a:t>A six-week pilot with Public AI</a:t>
            </a:r>
          </a:p>
        </p:txBody>
      </p:sp>
      <p:sp>
        <p:nvSpPr>
          <p:cNvPr id="2" name="">
            <a:extLst xmlns:a="http://schemas.openxmlformats.org/drawingml/2006/main">
              <a:ext uri="{FF2B5EF4-FFF2-40B4-BE49-F238E27FC236}">
                <a16:creationId xmlns:a16="http://schemas.microsoft.com/office/drawing/2014/main" id="{FF9C437E-A6D9-44F3-A48B-E59C1E2425C6}"/>
              </a:ext>
            </a:extLst>
          </p:cNvPr>
          <p:cNvSpPr>
            <a:spLocks xmlns:a="http://schemas.openxmlformats.org/drawingml/2006/main" noGrp="1"/>
          </p:cNvSpPr>
          <p:nvPr/>
        </p:nvSpPr>
        <p:spPr>
          <a:xfrm xmlns:a="http://schemas.openxmlformats.org/drawingml/2006/main">
            <a:off x="685800" y="1800225"/>
            <a:ext cx="62388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6F6F0"/>
                </a:solidFill>
                <a:latin typeface="DejaVu Sans"/>
                <a:ea typeface="DejaVu Sans"/>
                <a:cs typeface="DejaVu Sans"/>
              </a:defRPr>
            </a:pPr>
            <a:r>
              <a:rPr sz="3150" b="1">
                <a:solidFill>
                  <a:srgbClr val="F6F6F0"/>
                </a:solidFill>
                <a:latin typeface="DejaVu Sans"/>
                <a:ea typeface="DejaVu Sans"/>
                <a:cs typeface="DejaVu Sans"/>
              </a:rPr>
              <a:t>A family moving from</a:t>
            </a:r>
          </a:p>
          <a:p xmlns:a="http://schemas.openxmlformats.org/drawingml/2006/main">
            <a:pPr>
              <a:defRPr sz="3150" b="1">
                <a:solidFill>
                  <a:srgbClr val="F6F6F0"/>
                </a:solidFill>
                <a:latin typeface="DejaVu Sans"/>
                <a:ea typeface="DejaVu Sans"/>
                <a:cs typeface="DejaVu Sans"/>
              </a:defRPr>
            </a:pPr>
            <a:r>
              <a:rPr sz="3150" b="1">
                <a:solidFill>
                  <a:srgbClr val="F6F6F0"/>
                </a:solidFill>
                <a:latin typeface="DejaVu Sans"/>
                <a:ea typeface="DejaVu Sans"/>
                <a:cs typeface="DejaVu Sans"/>
              </a:rPr>
              <a:t>Nyon to Saint-Cergue</a:t>
            </a:r>
          </a:p>
        </p:txBody>
      </p:sp>
      <p:sp>
        <p:nvSpPr>
          <p:cNvPr id="3" name="">
            <a:extLst xmlns:a="http://schemas.openxmlformats.org/drawingml/2006/main">
              <a:ext uri="{FF2B5EF4-FFF2-40B4-BE49-F238E27FC236}">
                <a16:creationId xmlns:a16="http://schemas.microsoft.com/office/drawing/2014/main" id="{4816481C-3535-4FF4-A0F7-BE01A6903537}"/>
              </a:ext>
            </a:extLst>
          </p:cNvPr>
          <p:cNvSpPr>
            <a:spLocks xmlns:a="http://schemas.openxmlformats.org/drawingml/2006/main" noGrp="1"/>
          </p:cNvSpPr>
          <p:nvPr/>
        </p:nvSpPr>
        <p:spPr>
          <a:xfrm xmlns:a="http://schemas.openxmlformats.org/drawingml/2006/main">
            <a:off x="733425" y="3000375"/>
            <a:ext cx="594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CD6B"/>
                </a:solidFill>
                <a:latin typeface="DejaVu Sans"/>
                <a:ea typeface="DejaVu Sans"/>
                <a:cs typeface="DejaVu Sans"/>
              </a:defRPr>
            </a:pPr>
            <a:r>
              <a:rPr sz="2025" b="0">
                <a:solidFill>
                  <a:srgbClr val="FFCD6B"/>
                </a:solidFill>
                <a:latin typeface="DejaVu Sans"/>
                <a:ea typeface="DejaVu Sans"/>
                <a:cs typeface="DejaVu Sans"/>
              </a:rPr>
              <a:t>Gland as a comparison</a:t>
            </a:r>
          </a:p>
        </p:txBody>
      </p:sp>
      <p:sp>
        <p:nvSpPr>
          <p:cNvPr id="4" name="">
            <a:extLst xmlns:a="http://schemas.openxmlformats.org/drawingml/2006/main">
              <a:ext uri="{FF2B5EF4-FFF2-40B4-BE49-F238E27FC236}">
                <a16:creationId xmlns:a16="http://schemas.microsoft.com/office/drawing/2014/main" id="{DE5E438F-4B65-4A5D-AF95-84C62E5EA737}"/>
              </a:ext>
            </a:extLst>
          </p:cNvPr>
          <p:cNvSpPr>
            <a:spLocks xmlns:a="http://schemas.openxmlformats.org/drawingml/2006/main" noGrp="1"/>
          </p:cNvSpPr>
          <p:nvPr/>
        </p:nvSpPr>
        <p:spPr>
          <a:xfrm xmlns:a="http://schemas.openxmlformats.org/drawingml/2006/main">
            <a:off x="733425" y="3933825"/>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9E6C5"/>
                </a:solidFill>
                <a:latin typeface="DejaVu Sans"/>
                <a:ea typeface="DejaVu Sans"/>
                <a:cs typeface="DejaVu Sans"/>
              </a:defRPr>
            </a:pPr>
            <a:r>
              <a:rPr sz="2175" b="1">
                <a:solidFill>
                  <a:srgbClr val="79E6C5"/>
                </a:solidFill>
                <a:latin typeface="DejaVu Sans"/>
                <a:ea typeface="DejaVu Sans"/>
                <a:cs typeface="DejaVu Sans"/>
              </a:rPr>
              <a:t>A reviewed local source pack</a:t>
            </a:r>
          </a:p>
        </p:txBody>
      </p:sp>
      <p:sp>
        <p:nvSpPr>
          <p:cNvPr id="5" name="">
            <a:extLst xmlns:a="http://schemas.openxmlformats.org/drawingml/2006/main">
              <a:ext uri="{FF2B5EF4-FFF2-40B4-BE49-F238E27FC236}">
                <a16:creationId xmlns:a16="http://schemas.microsoft.com/office/drawing/2014/main" id="{7B78FE09-8485-49EF-AB33-39107CA28CBA}"/>
              </a:ext>
            </a:extLst>
          </p:cNvPr>
          <p:cNvSpPr>
            <a:spLocks xmlns:a="http://schemas.openxmlformats.org/drawingml/2006/main" noGrp="1"/>
          </p:cNvSpPr>
          <p:nvPr/>
        </p:nvSpPr>
        <p:spPr>
          <a:xfrm xmlns:a="http://schemas.openxmlformats.org/drawingml/2006/main">
            <a:off x="733425" y="44386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6F0"/>
                </a:solidFill>
                <a:latin typeface="DejaVu Sans"/>
                <a:ea typeface="DejaVu Sans"/>
                <a:cs typeface="DejaVu Sans"/>
              </a:defRPr>
            </a:pPr>
            <a:r>
              <a:rPr sz="2175" b="0">
                <a:solidFill>
                  <a:srgbClr val="F6F6F0"/>
                </a:solidFill>
                <a:latin typeface="DejaVu Sans"/>
                <a:ea typeface="DejaVu Sans"/>
                <a:cs typeface="DejaVu Sans"/>
              </a:rPr>
              <a:t>Rules for consequential steps</a:t>
            </a:r>
          </a:p>
        </p:txBody>
      </p:sp>
      <p:sp>
        <p:nvSpPr>
          <p:cNvPr id="6" name="">
            <a:extLst xmlns:a="http://schemas.openxmlformats.org/drawingml/2006/main">
              <a:ext uri="{FF2B5EF4-FFF2-40B4-BE49-F238E27FC236}">
                <a16:creationId xmlns:a16="http://schemas.microsoft.com/office/drawing/2014/main" id="{78DB2699-EE7E-42D1-8FE2-35B71F45BA77}"/>
              </a:ext>
            </a:extLst>
          </p:cNvPr>
          <p:cNvSpPr>
            <a:spLocks xmlns:a="http://schemas.openxmlformats.org/drawingml/2006/main" noGrp="1"/>
          </p:cNvSpPr>
          <p:nvPr/>
        </p:nvSpPr>
        <p:spPr>
          <a:xfrm xmlns:a="http://schemas.openxmlformats.org/drawingml/2006/main">
            <a:off x="733425" y="49434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Resident tests and a public report</a:t>
            </a:r>
          </a:p>
        </p:txBody>
      </p:sp>
      <p:sp>
        <p:nvSpPr>
          <p:cNvPr id="7" name="">
            <a:extLst xmlns:a="http://schemas.openxmlformats.org/drawingml/2006/main">
              <a:ext uri="{FF2B5EF4-FFF2-40B4-BE49-F238E27FC236}">
                <a16:creationId xmlns:a16="http://schemas.microsoft.com/office/drawing/2014/main" id="{7028A198-858B-48F9-9FF5-E4F365A06B62}"/>
              </a:ext>
            </a:extLst>
          </p:cNvPr>
          <p:cNvSpPr>
            <a:spLocks xmlns:a="http://schemas.openxmlformats.org/drawingml/2006/main" noGrp="1"/>
          </p:cNvSpPr>
          <p:nvPr/>
        </p:nvSpPr>
        <p:spPr>
          <a:xfrm xmlns:a="http://schemas.openxmlformats.org/drawingml/2006/main">
            <a:off x="7477125" y="1838325"/>
            <a:ext cx="4076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9E6C5"/>
                </a:solidFill>
                <a:latin typeface="DejaVu Sans"/>
                <a:ea typeface="DejaVu Sans"/>
                <a:cs typeface="DejaVu Sans"/>
              </a:defRPr>
            </a:pPr>
            <a:r>
              <a:rPr sz="2175" b="1">
                <a:solidFill>
                  <a:srgbClr val="79E6C5"/>
                </a:solidFill>
                <a:latin typeface="DejaVu Sans"/>
                <a:ea typeface="DejaVu Sans"/>
                <a:cs typeface="DejaVu Sans"/>
              </a:rPr>
              <a:t>Help from Public AI</a:t>
            </a:r>
          </a:p>
        </p:txBody>
      </p:sp>
      <p:sp>
        <p:nvSpPr>
          <p:cNvPr id="8" name="">
            <a:extLst xmlns:a="http://schemas.openxmlformats.org/drawingml/2006/main">
              <a:ext uri="{FF2B5EF4-FFF2-40B4-BE49-F238E27FC236}">
                <a16:creationId xmlns:a16="http://schemas.microsoft.com/office/drawing/2014/main" id="{D46614B3-EFD0-4725-987C-7286442D4DA5}"/>
              </a:ext>
            </a:extLst>
          </p:cNvPr>
          <p:cNvSpPr>
            <a:spLocks xmlns:a="http://schemas.openxmlformats.org/drawingml/2006/main" noGrp="1"/>
          </p:cNvSpPr>
          <p:nvPr/>
        </p:nvSpPr>
        <p:spPr>
          <a:xfrm xmlns:a="http://schemas.openxmlformats.org/drawingml/2006/main">
            <a:off x="7505700" y="2543175"/>
            <a:ext cx="3962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An inference and</a:t>
            </a:r>
          </a:p>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hosting counterpart</a:t>
            </a:r>
          </a:p>
        </p:txBody>
      </p:sp>
      <p:sp>
        <p:nvSpPr>
          <p:cNvPr id="9" name="">
            <a:extLst xmlns:a="http://schemas.openxmlformats.org/drawingml/2006/main">
              <a:ext uri="{FF2B5EF4-FFF2-40B4-BE49-F238E27FC236}">
                <a16:creationId xmlns:a16="http://schemas.microsoft.com/office/drawing/2014/main" id="{BBC99E1F-0877-4ED7-A7AC-C0441A258A89}"/>
              </a:ext>
            </a:extLst>
          </p:cNvPr>
          <p:cNvSpPr>
            <a:spLocks xmlns:a="http://schemas.openxmlformats.org/drawingml/2006/main" noGrp="1"/>
          </p:cNvSpPr>
          <p:nvPr/>
        </p:nvSpPr>
        <p:spPr>
          <a:xfrm xmlns:a="http://schemas.openxmlformats.org/drawingml/2006/main">
            <a:off x="7505700" y="3552825"/>
            <a:ext cx="396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Municipal and Vaud</a:t>
            </a:r>
          </a:p>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introductions</a:t>
            </a:r>
          </a:p>
        </p:txBody>
      </p:sp>
      <p:sp>
        <p:nvSpPr>
          <p:cNvPr id="10" name="">
            <a:extLst xmlns:a="http://schemas.openxmlformats.org/drawingml/2006/main">
              <a:ext uri="{FF2B5EF4-FFF2-40B4-BE49-F238E27FC236}">
                <a16:creationId xmlns:a16="http://schemas.microsoft.com/office/drawing/2014/main" id="{CC523477-6964-4605-AE7E-6CE6459CFBAF}"/>
              </a:ext>
            </a:extLst>
          </p:cNvPr>
          <p:cNvSpPr>
            <a:spLocks xmlns:a="http://schemas.openxmlformats.org/drawingml/2006/main" noGrp="1"/>
          </p:cNvSpPr>
          <p:nvPr/>
        </p:nvSpPr>
        <p:spPr>
          <a:xfrm xmlns:a="http://schemas.openxmlformats.org/drawingml/2006/main">
            <a:off x="7505700" y="4562475"/>
            <a:ext cx="396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Scope, ownership</a:t>
            </a:r>
          </a:p>
          <a:p xmlns:a="http://schemas.openxmlformats.org/drawingml/2006/main">
            <a:pPr>
              <a:defRPr sz="2025" b="0">
                <a:solidFill>
                  <a:srgbClr val="F6F6F0"/>
                </a:solidFill>
                <a:latin typeface="DejaVu Sans"/>
                <a:ea typeface="DejaVu Sans"/>
                <a:cs typeface="DejaVu Sans"/>
              </a:defRPr>
            </a:pPr>
            <a:r>
              <a:rPr sz="2025" b="0">
                <a:solidFill>
                  <a:srgbClr val="F6F6F0"/>
                </a:solidFill>
                <a:latin typeface="DejaVu Sans"/>
                <a:ea typeface="DejaVu Sans"/>
                <a:cs typeface="DejaVu Sans"/>
              </a:rPr>
              <a:t>and resources</a:t>
            </a:r>
          </a:p>
        </p:txBody>
      </p:sp>
      <p:sp>
        <p:nvSpPr>
          <p:cNvPr id="11" name="">
            <a:extLst xmlns:a="http://schemas.openxmlformats.org/drawingml/2006/main">
              <a:ext uri="{FF2B5EF4-FFF2-40B4-BE49-F238E27FC236}">
                <a16:creationId xmlns:a16="http://schemas.microsoft.com/office/drawing/2014/main" id="{90F3BADC-FCE7-438A-8F08-B3DE2C1D2D65}"/>
              </a:ext>
            </a:extLst>
          </p:cNvPr>
          <p:cNvSpPr>
            <a:spLocks xmlns:a="http://schemas.openxmlformats.org/drawingml/2006/main" noGrp="1"/>
          </p:cNvSpPr>
          <p:nvPr/>
        </p:nvSpPr>
        <p:spPr>
          <a:xfrm xmlns:a="http://schemas.openxmlformats.org/drawingml/2006/main">
            <a:off x="704850" y="5838825"/>
            <a:ext cx="10848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6F6F0"/>
                </a:solidFill>
                <a:latin typeface="DejaVu Sans"/>
                <a:ea typeface="DejaVu Sans"/>
                <a:cs typeface="DejaVu Sans"/>
              </a:defRPr>
            </a:pPr>
            <a:r>
              <a:rPr sz="2325" b="1">
                <a:solidFill>
                  <a:srgbClr val="F6F6F0"/>
                </a:solidFill>
                <a:latin typeface="DejaVu Sans"/>
                <a:ea typeface="DejaVu Sans"/>
                <a:cs typeface="DejaVu Sans"/>
              </a:rPr>
              <a:t>Can we agree a first pilot and the resources to make it happen?</a:t>
            </a:r>
          </a:p>
        </p:txBody>
      </p:sp>
      <p:sp>
        <p:nvSpPr>
          <p:cNvPr id="12" name="">
            <a:extLst xmlns:a="http://schemas.openxmlformats.org/drawingml/2006/main">
              <a:ext uri="{FF2B5EF4-FFF2-40B4-BE49-F238E27FC236}">
                <a16:creationId xmlns:a16="http://schemas.microsoft.com/office/drawing/2014/main" id="{545DC90F-8519-4FB3-8634-5BFF88C1E2B2}"/>
              </a:ext>
            </a:extLst>
          </p:cNvPr>
          <p:cNvSpPr>
            <a:spLocks xmlns:a="http://schemas.openxmlformats.org/drawingml/2006/main" noGrp="1"/>
          </p:cNvSpPr>
          <p:nvPr/>
        </p:nvSpPr>
        <p:spPr>
          <a:xfrm xmlns:a="http://schemas.openxmlformats.org/drawingml/2006/main">
            <a:off x="714375" y="6505575"/>
            <a:ext cx="1056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DCED9"/>
                </a:solidFill>
                <a:latin typeface="DejaVu Sans"/>
                <a:ea typeface="DejaVu Sans"/>
                <a:cs typeface="DejaVu Sans"/>
              </a:defRPr>
            </a:pPr>
            <a:r>
              <a:rPr sz="1350" b="0">
                <a:solidFill>
                  <a:srgbClr val="BDCED9"/>
                </a:solidFill>
                <a:latin typeface="DejaVu Sans"/>
                <a:ea typeface="DejaVu Sans"/>
                <a:cs typeface="DejaVu Sans"/>
              </a:rPr>
              <a:t>Proposal for discussion, 8 October 2026</a:t>
            </a:r>
          </a:p>
        </p:txBody>
      </p:sp>
    </p:spTree>
    <p:extLst>
      <p:ext uri="{BB962C8B-B14F-4D97-AF65-F5344CB8AC3E}">
        <p14:creationId xmlns:p14="http://schemas.microsoft.com/office/powerpoint/2010/main" val="8682076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2026-10-07T21:34:00.2060000Z</dcterms:created>
  <dcterms:modified xsi:type="dcterms:W3CDTF">2026-10-07T21:34:00.2060000Z</dcterms:modified>
</coreProperties>
</file>